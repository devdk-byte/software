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56" r:id="rId5"/>
  </p:sldIdLst>
  <p:sldSz cx="30267275" cy="427942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3948698C-2382-4273-9B25-4AFDEECAE9B4}">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C0EE"/>
    <a:srgbClr val="CC00FF"/>
    <a:srgbClr val="D60093"/>
    <a:srgbClr val="FF00FF"/>
    <a:srgbClr val="339933"/>
    <a:srgbClr val="00CC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5FAD33-6082-7404-B3D3-04486EE26B60}" v="5" dt="2026-03-15T12:29:20.4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 d="100"/>
          <a:sy n="13" d="100"/>
        </p:scale>
        <p:origin x="2635"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5f86736b-ef43-4992-9624-06dc6eeaf097::" providerId="AD" clId="Web-{682F91E7-8497-C649-2137-1A6E4845A5E2}"/>
    <pc:docChg chg="modSld">
      <pc:chgData name="Guest User" userId="S::urn:spo:tenantanon#5f86736b-ef43-4992-9624-06dc6eeaf097::" providerId="AD" clId="Web-{682F91E7-8497-C649-2137-1A6E4845A5E2}" dt="2026-02-24T14:18:03.536" v="0" actId="1076"/>
      <pc:docMkLst>
        <pc:docMk/>
      </pc:docMkLst>
      <pc:sldChg chg="modSp">
        <pc:chgData name="Guest User" userId="S::urn:spo:tenantanon#5f86736b-ef43-4992-9624-06dc6eeaf097::" providerId="AD" clId="Web-{682F91E7-8497-C649-2137-1A6E4845A5E2}" dt="2026-02-24T14:18:03.536" v="0" actId="1076"/>
        <pc:sldMkLst>
          <pc:docMk/>
          <pc:sldMk cId="4132513250" sldId="256"/>
        </pc:sldMkLst>
        <pc:spChg chg="mod">
          <ac:chgData name="Guest User" userId="S::urn:spo:tenantanon#5f86736b-ef43-4992-9624-06dc6eeaf097::" providerId="AD" clId="Web-{682F91E7-8497-C649-2137-1A6E4845A5E2}" dt="2026-02-24T14:18:03.536" v="0" actId="1076"/>
          <ac:spMkLst>
            <pc:docMk/>
            <pc:sldMk cId="4132513250" sldId="256"/>
            <ac:spMk id="54" creationId="{B9FD6D8D-DE62-4479-B8E3-5312A5715474}"/>
          </ac:spMkLst>
        </pc:spChg>
      </pc:sldChg>
    </pc:docChg>
  </pc:docChgLst>
  <pc:docChgLst>
    <pc:chgData name="Guest User" userId="S::urn:spo:tenantanon#5f86736b-ef43-4992-9624-06dc6eeaf097::" providerId="AD" clId="Web-{9B5FAD33-6082-7404-B3D3-04486EE26B60}"/>
    <pc:docChg chg="modSld">
      <pc:chgData name="Guest User" userId="S::urn:spo:tenantanon#5f86736b-ef43-4992-9624-06dc6eeaf097::" providerId="AD" clId="Web-{9B5FAD33-6082-7404-B3D3-04486EE26B60}" dt="2026-03-15T12:29:20.459" v="4" actId="1076"/>
      <pc:docMkLst>
        <pc:docMk/>
      </pc:docMkLst>
      <pc:sldChg chg="modSp">
        <pc:chgData name="Guest User" userId="S::urn:spo:tenantanon#5f86736b-ef43-4992-9624-06dc6eeaf097::" providerId="AD" clId="Web-{9B5FAD33-6082-7404-B3D3-04486EE26B60}" dt="2026-03-15T12:29:20.459" v="4" actId="1076"/>
        <pc:sldMkLst>
          <pc:docMk/>
          <pc:sldMk cId="4132513250" sldId="256"/>
        </pc:sldMkLst>
        <pc:spChg chg="mod">
          <ac:chgData name="Guest User" userId="S::urn:spo:tenantanon#5f86736b-ef43-4992-9624-06dc6eeaf097::" providerId="AD" clId="Web-{9B5FAD33-6082-7404-B3D3-04486EE26B60}" dt="2026-03-15T12:29:20.459" v="4" actId="1076"/>
          <ac:spMkLst>
            <pc:docMk/>
            <pc:sldMk cId="4132513250" sldId="256"/>
            <ac:spMk id="53" creationId="{B6A689AF-9F5B-6E8F-090F-0CECCD636F92}"/>
          </ac:spMkLst>
        </pc:spChg>
        <pc:spChg chg="mod">
          <ac:chgData name="Guest User" userId="S::urn:spo:tenantanon#5f86736b-ef43-4992-9624-06dc6eeaf097::" providerId="AD" clId="Web-{9B5FAD33-6082-7404-B3D3-04486EE26B60}" dt="2026-03-15T12:12:46.295" v="1" actId="20577"/>
          <ac:spMkLst>
            <pc:docMk/>
            <pc:sldMk cId="4132513250" sldId="256"/>
            <ac:spMk id="63" creationId="{BFBBD6BE-C479-4DE6-A95E-D44AAE252F79}"/>
          </ac:spMkLst>
        </pc:spChg>
        <pc:picChg chg="mod">
          <ac:chgData name="Guest User" userId="S::urn:spo:tenantanon#5f86736b-ef43-4992-9624-06dc6eeaf097::" providerId="AD" clId="Web-{9B5FAD33-6082-7404-B3D3-04486EE26B60}" dt="2026-03-15T12:16:11.113" v="3" actId="1076"/>
          <ac:picMkLst>
            <pc:docMk/>
            <pc:sldMk cId="4132513250" sldId="256"/>
            <ac:picMk id="17" creationId="{0DB40A2F-D633-472B-98E2-C36078AD4EC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187DB9-868D-4AB3-A1E1-B1D0248C082E}" type="datetimeFigureOut">
              <a:rPr lang="en-US" smtClean="0"/>
              <a:t>3/15/2026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072877-C6D8-4FC9-BD45-09E91A8F04A3}" type="slidenum">
              <a:rPr lang="en-US" smtClean="0"/>
              <a:t>‹#›</a:t>
            </a:fld>
            <a:endParaRPr lang="en-US"/>
          </a:p>
        </p:txBody>
      </p:sp>
    </p:spTree>
    <p:extLst>
      <p:ext uri="{BB962C8B-B14F-4D97-AF65-F5344CB8AC3E}">
        <p14:creationId xmlns:p14="http://schemas.microsoft.com/office/powerpoint/2010/main" val="2919164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072877-C6D8-4FC9-BD45-09E91A8F04A3}" type="slidenum">
              <a:rPr lang="en-US" smtClean="0"/>
              <a:t>1</a:t>
            </a:fld>
            <a:endParaRPr lang="en-US"/>
          </a:p>
        </p:txBody>
      </p:sp>
    </p:spTree>
    <p:extLst>
      <p:ext uri="{BB962C8B-B14F-4D97-AF65-F5344CB8AC3E}">
        <p14:creationId xmlns:p14="http://schemas.microsoft.com/office/powerpoint/2010/main" val="2515110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046" y="7003594"/>
            <a:ext cx="25727184" cy="14898735"/>
          </a:xfrm>
        </p:spPr>
        <p:txBody>
          <a:bodyPr anchor="b"/>
          <a:lstStyle>
            <a:lvl1pPr algn="ctr">
              <a:defRPr sz="19859"/>
            </a:lvl1pPr>
          </a:lstStyle>
          <a:p>
            <a:r>
              <a:rPr lang="en-US"/>
              <a:t>Click to edit Master title style</a:t>
            </a:r>
          </a:p>
        </p:txBody>
      </p:sp>
      <p:sp>
        <p:nvSpPr>
          <p:cNvPr id="3" name="Subtitle 2"/>
          <p:cNvSpPr>
            <a:spLocks noGrp="1"/>
          </p:cNvSpPr>
          <p:nvPr>
            <p:ph type="subTitle" idx="1"/>
          </p:nvPr>
        </p:nvSpPr>
        <p:spPr>
          <a:xfrm>
            <a:off x="3783410" y="22476881"/>
            <a:ext cx="22700456" cy="10332035"/>
          </a:xfrm>
        </p:spPr>
        <p:txBody>
          <a:bodyPr/>
          <a:lstStyle>
            <a:lvl1pPr marL="0" indent="0" algn="ctr">
              <a:buNone/>
              <a:defRPr sz="7941"/>
            </a:lvl1pPr>
            <a:lvl2pPr marL="1513282" indent="0" algn="ctr">
              <a:buNone/>
              <a:defRPr sz="6622"/>
            </a:lvl2pPr>
            <a:lvl3pPr marL="3026556" indent="0" algn="ctr">
              <a:buNone/>
              <a:defRPr sz="5959"/>
            </a:lvl3pPr>
            <a:lvl4pPr marL="4539838" indent="0" algn="ctr">
              <a:buNone/>
              <a:defRPr sz="5296"/>
            </a:lvl4pPr>
            <a:lvl5pPr marL="6053112" indent="0" algn="ctr">
              <a:buNone/>
              <a:defRPr sz="5296"/>
            </a:lvl5pPr>
            <a:lvl6pPr marL="7566393" indent="0" algn="ctr">
              <a:buNone/>
              <a:defRPr sz="5296"/>
            </a:lvl6pPr>
            <a:lvl7pPr marL="9079675" indent="0" algn="ctr">
              <a:buNone/>
              <a:defRPr sz="5296"/>
            </a:lvl7pPr>
            <a:lvl8pPr marL="10592949" indent="0" algn="ctr">
              <a:buNone/>
              <a:defRPr sz="5296"/>
            </a:lvl8pPr>
            <a:lvl9pPr marL="12106231" indent="0" algn="ctr">
              <a:buNone/>
              <a:defRPr sz="5296"/>
            </a:lvl9pPr>
          </a:lstStyle>
          <a:p>
            <a:r>
              <a:rPr lang="en-US"/>
              <a:t>Click to edit Master subtitle style</a:t>
            </a:r>
          </a:p>
        </p:txBody>
      </p:sp>
      <p:sp>
        <p:nvSpPr>
          <p:cNvPr id="4" name="Date Placeholder 3"/>
          <p:cNvSpPr>
            <a:spLocks noGrp="1"/>
          </p:cNvSpPr>
          <p:nvPr>
            <p:ph type="dt" sz="half" idx="10"/>
          </p:nvPr>
        </p:nvSpPr>
        <p:spPr/>
        <p:txBody>
          <a:bodyPr/>
          <a:lstStyle/>
          <a:p>
            <a:fld id="{E2E905A4-6F39-44AA-85B6-BFC70413BDCE}"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2367807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E905A4-6F39-44AA-85B6-BFC70413BDCE}"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2404520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114" y="10668857"/>
            <a:ext cx="26105525" cy="17801214"/>
          </a:xfrm>
        </p:spPr>
        <p:txBody>
          <a:bodyPr anchor="b"/>
          <a:lstStyle>
            <a:lvl1pPr>
              <a:defRPr sz="19859"/>
            </a:lvl1pPr>
          </a:lstStyle>
          <a:p>
            <a:r>
              <a:rPr lang="en-US"/>
              <a:t>Click to edit Master title style</a:t>
            </a:r>
          </a:p>
        </p:txBody>
      </p:sp>
      <p:sp>
        <p:nvSpPr>
          <p:cNvPr id="3" name="Text Placeholder 2"/>
          <p:cNvSpPr>
            <a:spLocks noGrp="1"/>
          </p:cNvSpPr>
          <p:nvPr>
            <p:ph type="body" idx="1"/>
          </p:nvPr>
        </p:nvSpPr>
        <p:spPr>
          <a:xfrm>
            <a:off x="2065114" y="28638474"/>
            <a:ext cx="26105525" cy="9361240"/>
          </a:xfrm>
        </p:spPr>
        <p:txBody>
          <a:bodyPr/>
          <a:lstStyle>
            <a:lvl1pPr marL="0" indent="0">
              <a:buNone/>
              <a:defRPr sz="7941">
                <a:solidFill>
                  <a:schemeClr val="tx1"/>
                </a:solidFill>
              </a:defRPr>
            </a:lvl1pPr>
            <a:lvl2pPr marL="1513282" indent="0">
              <a:buNone/>
              <a:defRPr sz="6622">
                <a:solidFill>
                  <a:schemeClr val="tx1">
                    <a:tint val="75000"/>
                  </a:schemeClr>
                </a:solidFill>
              </a:defRPr>
            </a:lvl2pPr>
            <a:lvl3pPr marL="3026556" indent="0">
              <a:buNone/>
              <a:defRPr sz="5959">
                <a:solidFill>
                  <a:schemeClr val="tx1">
                    <a:tint val="75000"/>
                  </a:schemeClr>
                </a:solidFill>
              </a:defRPr>
            </a:lvl3pPr>
            <a:lvl4pPr marL="4539838" indent="0">
              <a:buNone/>
              <a:defRPr sz="5296">
                <a:solidFill>
                  <a:schemeClr val="tx1">
                    <a:tint val="75000"/>
                  </a:schemeClr>
                </a:solidFill>
              </a:defRPr>
            </a:lvl4pPr>
            <a:lvl5pPr marL="6053112" indent="0">
              <a:buNone/>
              <a:defRPr sz="5296">
                <a:solidFill>
                  <a:schemeClr val="tx1">
                    <a:tint val="75000"/>
                  </a:schemeClr>
                </a:solidFill>
              </a:defRPr>
            </a:lvl5pPr>
            <a:lvl6pPr marL="7566393" indent="0">
              <a:buNone/>
              <a:defRPr sz="5296">
                <a:solidFill>
                  <a:schemeClr val="tx1">
                    <a:tint val="75000"/>
                  </a:schemeClr>
                </a:solidFill>
              </a:defRPr>
            </a:lvl6pPr>
            <a:lvl7pPr marL="9079675" indent="0">
              <a:buNone/>
              <a:defRPr sz="5296">
                <a:solidFill>
                  <a:schemeClr val="tx1">
                    <a:tint val="75000"/>
                  </a:schemeClr>
                </a:solidFill>
              </a:defRPr>
            </a:lvl7pPr>
            <a:lvl8pPr marL="10592949" indent="0">
              <a:buNone/>
              <a:defRPr sz="5296">
                <a:solidFill>
                  <a:schemeClr val="tx1">
                    <a:tint val="75000"/>
                  </a:schemeClr>
                </a:solidFill>
              </a:defRPr>
            </a:lvl8pPr>
            <a:lvl9pPr marL="12106231" indent="0">
              <a:buNone/>
              <a:defRPr sz="529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E905A4-6F39-44AA-85B6-BFC70413BDCE}"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712498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80875" y="11391985"/>
            <a:ext cx="12863592" cy="271525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322808" y="11391985"/>
            <a:ext cx="12863592" cy="271525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E905A4-6F39-44AA-85B6-BFC70413BDCE}"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1372184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4819" y="2278413"/>
            <a:ext cx="26105525" cy="8271571"/>
          </a:xfrm>
        </p:spPr>
        <p:txBody>
          <a:bodyPr/>
          <a:lstStyle/>
          <a:p>
            <a:r>
              <a:rPr lang="en-US"/>
              <a:t>Click to edit Master title style</a:t>
            </a:r>
          </a:p>
        </p:txBody>
      </p:sp>
      <p:sp>
        <p:nvSpPr>
          <p:cNvPr id="3" name="Text Placeholder 2"/>
          <p:cNvSpPr>
            <a:spLocks noGrp="1"/>
          </p:cNvSpPr>
          <p:nvPr>
            <p:ph type="body" idx="1"/>
          </p:nvPr>
        </p:nvSpPr>
        <p:spPr>
          <a:xfrm>
            <a:off x="2084821" y="10490532"/>
            <a:ext cx="12804474" cy="5141252"/>
          </a:xfrm>
        </p:spPr>
        <p:txBody>
          <a:bodyPr anchor="b"/>
          <a:lstStyle>
            <a:lvl1pPr marL="0" indent="0">
              <a:buNone/>
              <a:defRPr sz="7941" b="1"/>
            </a:lvl1pPr>
            <a:lvl2pPr marL="1513282" indent="0">
              <a:buNone/>
              <a:defRPr sz="6622" b="1"/>
            </a:lvl2pPr>
            <a:lvl3pPr marL="3026556" indent="0">
              <a:buNone/>
              <a:defRPr sz="5959" b="1"/>
            </a:lvl3pPr>
            <a:lvl4pPr marL="4539838" indent="0">
              <a:buNone/>
              <a:defRPr sz="5296" b="1"/>
            </a:lvl4pPr>
            <a:lvl5pPr marL="6053112" indent="0">
              <a:buNone/>
              <a:defRPr sz="5296" b="1"/>
            </a:lvl5pPr>
            <a:lvl6pPr marL="7566393" indent="0">
              <a:buNone/>
              <a:defRPr sz="5296" b="1"/>
            </a:lvl6pPr>
            <a:lvl7pPr marL="9079675" indent="0">
              <a:buNone/>
              <a:defRPr sz="5296" b="1"/>
            </a:lvl7pPr>
            <a:lvl8pPr marL="10592949" indent="0">
              <a:buNone/>
              <a:defRPr sz="5296" b="1"/>
            </a:lvl8pPr>
            <a:lvl9pPr marL="12106231" indent="0">
              <a:buNone/>
              <a:defRPr sz="5296" b="1"/>
            </a:lvl9pPr>
          </a:lstStyle>
          <a:p>
            <a:pPr lvl="0"/>
            <a:r>
              <a:rPr lang="en-US"/>
              <a:t>Click to edit Master text styles</a:t>
            </a:r>
          </a:p>
        </p:txBody>
      </p:sp>
      <p:sp>
        <p:nvSpPr>
          <p:cNvPr id="4" name="Content Placeholder 3"/>
          <p:cNvSpPr>
            <a:spLocks noGrp="1"/>
          </p:cNvSpPr>
          <p:nvPr>
            <p:ph sz="half" idx="2"/>
          </p:nvPr>
        </p:nvSpPr>
        <p:spPr>
          <a:xfrm>
            <a:off x="2084821" y="15631784"/>
            <a:ext cx="12804474" cy="22991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322811" y="10490532"/>
            <a:ext cx="12867534" cy="5141252"/>
          </a:xfrm>
        </p:spPr>
        <p:txBody>
          <a:bodyPr anchor="b"/>
          <a:lstStyle>
            <a:lvl1pPr marL="0" indent="0">
              <a:buNone/>
              <a:defRPr sz="7941" b="1"/>
            </a:lvl1pPr>
            <a:lvl2pPr marL="1513282" indent="0">
              <a:buNone/>
              <a:defRPr sz="6622" b="1"/>
            </a:lvl2pPr>
            <a:lvl3pPr marL="3026556" indent="0">
              <a:buNone/>
              <a:defRPr sz="5959" b="1"/>
            </a:lvl3pPr>
            <a:lvl4pPr marL="4539838" indent="0">
              <a:buNone/>
              <a:defRPr sz="5296" b="1"/>
            </a:lvl4pPr>
            <a:lvl5pPr marL="6053112" indent="0">
              <a:buNone/>
              <a:defRPr sz="5296" b="1"/>
            </a:lvl5pPr>
            <a:lvl6pPr marL="7566393" indent="0">
              <a:buNone/>
              <a:defRPr sz="5296" b="1"/>
            </a:lvl6pPr>
            <a:lvl7pPr marL="9079675" indent="0">
              <a:buNone/>
              <a:defRPr sz="5296" b="1"/>
            </a:lvl7pPr>
            <a:lvl8pPr marL="10592949" indent="0">
              <a:buNone/>
              <a:defRPr sz="5296" b="1"/>
            </a:lvl8pPr>
            <a:lvl9pPr marL="12106231" indent="0">
              <a:buNone/>
              <a:defRPr sz="5296" b="1"/>
            </a:lvl9pPr>
          </a:lstStyle>
          <a:p>
            <a:pPr lvl="0"/>
            <a:r>
              <a:rPr lang="en-US"/>
              <a:t>Click to edit Master text styles</a:t>
            </a:r>
          </a:p>
        </p:txBody>
      </p:sp>
      <p:sp>
        <p:nvSpPr>
          <p:cNvPr id="6" name="Content Placeholder 5"/>
          <p:cNvSpPr>
            <a:spLocks noGrp="1"/>
          </p:cNvSpPr>
          <p:nvPr>
            <p:ph sz="quarter" idx="4"/>
          </p:nvPr>
        </p:nvSpPr>
        <p:spPr>
          <a:xfrm>
            <a:off x="15322811" y="15631784"/>
            <a:ext cx="12867534" cy="22991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E905A4-6F39-44AA-85B6-BFC70413BDCE}"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2602375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E905A4-6F39-44AA-85B6-BFC70413BDCE}"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2514702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E905A4-6F39-44AA-85B6-BFC70413BDCE}"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860545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49"/>
            <a:ext cx="9761984" cy="9985322"/>
          </a:xfrm>
        </p:spPr>
        <p:txBody>
          <a:bodyPr anchor="b"/>
          <a:lstStyle>
            <a:lvl1pPr>
              <a:defRPr sz="10593"/>
            </a:lvl1pPr>
          </a:lstStyle>
          <a:p>
            <a:r>
              <a:rPr lang="en-US"/>
              <a:t>Click to edit Master title style</a:t>
            </a:r>
          </a:p>
        </p:txBody>
      </p:sp>
      <p:sp>
        <p:nvSpPr>
          <p:cNvPr id="3" name="Content Placeholder 2"/>
          <p:cNvSpPr>
            <a:spLocks noGrp="1"/>
          </p:cNvSpPr>
          <p:nvPr>
            <p:ph idx="1"/>
          </p:nvPr>
        </p:nvSpPr>
        <p:spPr>
          <a:xfrm>
            <a:off x="12867534" y="6161586"/>
            <a:ext cx="15322808" cy="30411646"/>
          </a:xfrm>
        </p:spPr>
        <p:txBody>
          <a:bodyPr/>
          <a:lstStyle>
            <a:lvl1pPr>
              <a:defRPr sz="10593"/>
            </a:lvl1pPr>
            <a:lvl2pPr>
              <a:defRPr sz="9267"/>
            </a:lvl2pPr>
            <a:lvl3pPr>
              <a:defRPr sz="7941"/>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084817" y="12838271"/>
            <a:ext cx="9761984" cy="23784483"/>
          </a:xfrm>
        </p:spPr>
        <p:txBody>
          <a:bodyPr/>
          <a:lstStyle>
            <a:lvl1pPr marL="0" indent="0">
              <a:buNone/>
              <a:defRPr sz="5296"/>
            </a:lvl1pPr>
            <a:lvl2pPr marL="1513282" indent="0">
              <a:buNone/>
              <a:defRPr sz="4633"/>
            </a:lvl2pPr>
            <a:lvl3pPr marL="3026556" indent="0">
              <a:buNone/>
              <a:defRPr sz="3970"/>
            </a:lvl3pPr>
            <a:lvl4pPr marL="4539838" indent="0">
              <a:buNone/>
              <a:defRPr sz="3307"/>
            </a:lvl4pPr>
            <a:lvl5pPr marL="6053112" indent="0">
              <a:buNone/>
              <a:defRPr sz="3307"/>
            </a:lvl5pPr>
            <a:lvl6pPr marL="7566393" indent="0">
              <a:buNone/>
              <a:defRPr sz="3307"/>
            </a:lvl6pPr>
            <a:lvl7pPr marL="9079675" indent="0">
              <a:buNone/>
              <a:defRPr sz="3307"/>
            </a:lvl7pPr>
            <a:lvl8pPr marL="10592949" indent="0">
              <a:buNone/>
              <a:defRPr sz="3307"/>
            </a:lvl8pPr>
            <a:lvl9pPr marL="12106231" indent="0">
              <a:buNone/>
              <a:defRPr sz="3307"/>
            </a:lvl9pPr>
          </a:lstStyle>
          <a:p>
            <a:pPr lvl="0"/>
            <a:r>
              <a:rPr lang="en-US"/>
              <a:t>Click to edit Master text styles</a:t>
            </a:r>
          </a:p>
        </p:txBody>
      </p:sp>
      <p:sp>
        <p:nvSpPr>
          <p:cNvPr id="5" name="Date Placeholder 4"/>
          <p:cNvSpPr>
            <a:spLocks noGrp="1"/>
          </p:cNvSpPr>
          <p:nvPr>
            <p:ph type="dt" sz="half" idx="10"/>
          </p:nvPr>
        </p:nvSpPr>
        <p:spPr/>
        <p:txBody>
          <a:bodyPr/>
          <a:lstStyle/>
          <a:p>
            <a:fld id="{E2E905A4-6F39-44AA-85B6-BFC70413BDCE}"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2838453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49"/>
            <a:ext cx="9761984" cy="9985322"/>
          </a:xfrm>
        </p:spPr>
        <p:txBody>
          <a:bodyPr anchor="b"/>
          <a:lstStyle>
            <a:lvl1pPr>
              <a:defRPr sz="10593"/>
            </a:lvl1pPr>
          </a:lstStyle>
          <a:p>
            <a:r>
              <a:rPr lang="en-US"/>
              <a:t>Click to edit Master title style</a:t>
            </a:r>
          </a:p>
        </p:txBody>
      </p:sp>
      <p:sp>
        <p:nvSpPr>
          <p:cNvPr id="3" name="Picture Placeholder 2"/>
          <p:cNvSpPr>
            <a:spLocks noGrp="1" noChangeAspect="1"/>
          </p:cNvSpPr>
          <p:nvPr>
            <p:ph type="pic" idx="1"/>
          </p:nvPr>
        </p:nvSpPr>
        <p:spPr>
          <a:xfrm>
            <a:off x="12867534" y="6161586"/>
            <a:ext cx="15322808" cy="30411646"/>
          </a:xfrm>
        </p:spPr>
        <p:txBody>
          <a:bodyPr anchor="t"/>
          <a:lstStyle>
            <a:lvl1pPr marL="0" indent="0">
              <a:buNone/>
              <a:defRPr sz="10593"/>
            </a:lvl1pPr>
            <a:lvl2pPr marL="1513282" indent="0">
              <a:buNone/>
              <a:defRPr sz="9267"/>
            </a:lvl2pPr>
            <a:lvl3pPr marL="3026556" indent="0">
              <a:buNone/>
              <a:defRPr sz="7941"/>
            </a:lvl3pPr>
            <a:lvl4pPr marL="4539838" indent="0">
              <a:buNone/>
              <a:defRPr sz="6622"/>
            </a:lvl4pPr>
            <a:lvl5pPr marL="6053112" indent="0">
              <a:buNone/>
              <a:defRPr sz="6622"/>
            </a:lvl5pPr>
            <a:lvl6pPr marL="7566393" indent="0">
              <a:buNone/>
              <a:defRPr sz="6622"/>
            </a:lvl6pPr>
            <a:lvl7pPr marL="9079675" indent="0">
              <a:buNone/>
              <a:defRPr sz="6622"/>
            </a:lvl7pPr>
            <a:lvl8pPr marL="10592949" indent="0">
              <a:buNone/>
              <a:defRPr sz="6622"/>
            </a:lvl8pPr>
            <a:lvl9pPr marL="12106231" indent="0">
              <a:buNone/>
              <a:defRPr sz="6622"/>
            </a:lvl9pPr>
          </a:lstStyle>
          <a:p>
            <a:r>
              <a:rPr lang="en-US"/>
              <a:t>Click icon to add picture</a:t>
            </a:r>
          </a:p>
        </p:txBody>
      </p:sp>
      <p:sp>
        <p:nvSpPr>
          <p:cNvPr id="4" name="Text Placeholder 3"/>
          <p:cNvSpPr>
            <a:spLocks noGrp="1"/>
          </p:cNvSpPr>
          <p:nvPr>
            <p:ph type="body" sz="half" idx="2"/>
          </p:nvPr>
        </p:nvSpPr>
        <p:spPr>
          <a:xfrm>
            <a:off x="2084817" y="12838271"/>
            <a:ext cx="9761984" cy="23784483"/>
          </a:xfrm>
        </p:spPr>
        <p:txBody>
          <a:bodyPr/>
          <a:lstStyle>
            <a:lvl1pPr marL="0" indent="0">
              <a:buNone/>
              <a:defRPr sz="5296"/>
            </a:lvl1pPr>
            <a:lvl2pPr marL="1513282" indent="0">
              <a:buNone/>
              <a:defRPr sz="4633"/>
            </a:lvl2pPr>
            <a:lvl3pPr marL="3026556" indent="0">
              <a:buNone/>
              <a:defRPr sz="3970"/>
            </a:lvl3pPr>
            <a:lvl4pPr marL="4539838" indent="0">
              <a:buNone/>
              <a:defRPr sz="3307"/>
            </a:lvl4pPr>
            <a:lvl5pPr marL="6053112" indent="0">
              <a:buNone/>
              <a:defRPr sz="3307"/>
            </a:lvl5pPr>
            <a:lvl6pPr marL="7566393" indent="0">
              <a:buNone/>
              <a:defRPr sz="3307"/>
            </a:lvl6pPr>
            <a:lvl7pPr marL="9079675" indent="0">
              <a:buNone/>
              <a:defRPr sz="3307"/>
            </a:lvl7pPr>
            <a:lvl8pPr marL="10592949" indent="0">
              <a:buNone/>
              <a:defRPr sz="3307"/>
            </a:lvl8pPr>
            <a:lvl9pPr marL="12106231" indent="0">
              <a:buNone/>
              <a:defRPr sz="3307"/>
            </a:lvl9pPr>
          </a:lstStyle>
          <a:p>
            <a:pPr lvl="0"/>
            <a:r>
              <a:rPr lang="en-US"/>
              <a:t>Click to edit Master text styles</a:t>
            </a:r>
          </a:p>
        </p:txBody>
      </p:sp>
      <p:sp>
        <p:nvSpPr>
          <p:cNvPr id="5" name="Date Placeholder 4"/>
          <p:cNvSpPr>
            <a:spLocks noGrp="1"/>
          </p:cNvSpPr>
          <p:nvPr>
            <p:ph type="dt" sz="half" idx="10"/>
          </p:nvPr>
        </p:nvSpPr>
        <p:spPr/>
        <p:txBody>
          <a:bodyPr/>
          <a:lstStyle/>
          <a:p>
            <a:fld id="{E2E905A4-6F39-44AA-85B6-BFC70413BDCE}"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2586941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E905A4-6F39-44AA-85B6-BFC70413BDCE}"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893023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0022" y="2278405"/>
            <a:ext cx="6526381" cy="3626613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80880" y="2278405"/>
            <a:ext cx="19200803" cy="3626613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E905A4-6F39-44AA-85B6-BFC70413BDCE}"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26824-5DA3-4183-879E-97965BDC8B44}" type="slidenum">
              <a:rPr lang="en-US" smtClean="0"/>
              <a:t>‹#›</a:t>
            </a:fld>
            <a:endParaRPr lang="en-US"/>
          </a:p>
        </p:txBody>
      </p:sp>
    </p:spTree>
    <p:extLst>
      <p:ext uri="{BB962C8B-B14F-4D97-AF65-F5344CB8AC3E}">
        <p14:creationId xmlns:p14="http://schemas.microsoft.com/office/powerpoint/2010/main" val="1578960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0876" y="2278413"/>
            <a:ext cx="26105525" cy="827157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080876" y="11391985"/>
            <a:ext cx="26105525" cy="271525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080876" y="39663927"/>
            <a:ext cx="6810137" cy="2278397"/>
          </a:xfrm>
          <a:prstGeom prst="rect">
            <a:avLst/>
          </a:prstGeom>
        </p:spPr>
        <p:txBody>
          <a:bodyPr vert="horz" lIns="91440" tIns="45720" rIns="91440" bIns="45720" rtlCol="0" anchor="ctr"/>
          <a:lstStyle>
            <a:lvl1pPr algn="l">
              <a:defRPr sz="3970">
                <a:solidFill>
                  <a:schemeClr val="tx1">
                    <a:tint val="75000"/>
                  </a:schemeClr>
                </a:solidFill>
              </a:defRPr>
            </a:lvl1pPr>
          </a:lstStyle>
          <a:p>
            <a:fld id="{E2E905A4-6F39-44AA-85B6-BFC70413BDCE}" type="datetimeFigureOut">
              <a:rPr lang="en-US" smtClean="0"/>
              <a:t>3/15/2026</a:t>
            </a:fld>
            <a:endParaRPr lang="en-US"/>
          </a:p>
        </p:txBody>
      </p:sp>
      <p:sp>
        <p:nvSpPr>
          <p:cNvPr id="5" name="Footer Placeholder 4"/>
          <p:cNvSpPr>
            <a:spLocks noGrp="1"/>
          </p:cNvSpPr>
          <p:nvPr>
            <p:ph type="ftr" sz="quarter" idx="3"/>
          </p:nvPr>
        </p:nvSpPr>
        <p:spPr>
          <a:xfrm>
            <a:off x="10026036" y="39663927"/>
            <a:ext cx="10215205" cy="2278397"/>
          </a:xfrm>
          <a:prstGeom prst="rect">
            <a:avLst/>
          </a:prstGeom>
        </p:spPr>
        <p:txBody>
          <a:bodyPr vert="horz" lIns="91440" tIns="45720" rIns="91440" bIns="45720" rtlCol="0" anchor="ctr"/>
          <a:lstStyle>
            <a:lvl1pPr algn="ctr">
              <a:defRPr sz="397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376264" y="39663927"/>
            <a:ext cx="6810137" cy="2278397"/>
          </a:xfrm>
          <a:prstGeom prst="rect">
            <a:avLst/>
          </a:prstGeom>
        </p:spPr>
        <p:txBody>
          <a:bodyPr vert="horz" lIns="91440" tIns="45720" rIns="91440" bIns="45720" rtlCol="0" anchor="ctr"/>
          <a:lstStyle>
            <a:lvl1pPr algn="r">
              <a:defRPr sz="3970">
                <a:solidFill>
                  <a:schemeClr val="tx1">
                    <a:tint val="75000"/>
                  </a:schemeClr>
                </a:solidFill>
              </a:defRPr>
            </a:lvl1pPr>
          </a:lstStyle>
          <a:p>
            <a:fld id="{71926824-5DA3-4183-879E-97965BDC8B44}" type="slidenum">
              <a:rPr lang="en-US" smtClean="0"/>
              <a:t>‹#›</a:t>
            </a:fld>
            <a:endParaRPr lang="en-US"/>
          </a:p>
        </p:txBody>
      </p:sp>
    </p:spTree>
    <p:extLst>
      <p:ext uri="{BB962C8B-B14F-4D97-AF65-F5344CB8AC3E}">
        <p14:creationId xmlns:p14="http://schemas.microsoft.com/office/powerpoint/2010/main" val="2776494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6556" rtl="0" eaLnBrk="1" latinLnBrk="0" hangingPunct="1">
        <a:lnSpc>
          <a:spcPct val="90000"/>
        </a:lnSpc>
        <a:spcBef>
          <a:spcPct val="0"/>
        </a:spcBef>
        <a:buNone/>
        <a:defRPr sz="14563" kern="1200">
          <a:solidFill>
            <a:schemeClr val="tx1"/>
          </a:solidFill>
          <a:latin typeface="+mj-lt"/>
          <a:ea typeface="+mj-ea"/>
          <a:cs typeface="+mj-cs"/>
        </a:defRPr>
      </a:lvl1pPr>
    </p:titleStyle>
    <p:bodyStyle>
      <a:lvl1pPr marL="756641" indent="-756641" algn="l" defTabSz="3026556" rtl="0" eaLnBrk="1" latinLnBrk="0" hangingPunct="1">
        <a:lnSpc>
          <a:spcPct val="90000"/>
        </a:lnSpc>
        <a:spcBef>
          <a:spcPts val="3307"/>
        </a:spcBef>
        <a:buFont typeface="Arial" panose="020B0604020202020204" pitchFamily="34" charset="0"/>
        <a:buChar char="•"/>
        <a:defRPr sz="9267" kern="1200">
          <a:solidFill>
            <a:schemeClr val="tx1"/>
          </a:solidFill>
          <a:latin typeface="+mn-lt"/>
          <a:ea typeface="+mn-ea"/>
          <a:cs typeface="+mn-cs"/>
        </a:defRPr>
      </a:lvl1pPr>
      <a:lvl2pPr marL="2269915" indent="-756641" algn="l" defTabSz="3026556" rtl="0" eaLnBrk="1" latinLnBrk="0" hangingPunct="1">
        <a:lnSpc>
          <a:spcPct val="90000"/>
        </a:lnSpc>
        <a:spcBef>
          <a:spcPts val="1654"/>
        </a:spcBef>
        <a:buFont typeface="Arial" panose="020B0604020202020204" pitchFamily="34" charset="0"/>
        <a:buChar char="•"/>
        <a:defRPr sz="7941" kern="1200">
          <a:solidFill>
            <a:schemeClr val="tx1"/>
          </a:solidFill>
          <a:latin typeface="+mn-lt"/>
          <a:ea typeface="+mn-ea"/>
          <a:cs typeface="+mn-cs"/>
        </a:defRPr>
      </a:lvl2pPr>
      <a:lvl3pPr marL="3783197" indent="-756641" algn="l" defTabSz="3026556" rtl="0" eaLnBrk="1" latinLnBrk="0" hangingPunct="1">
        <a:lnSpc>
          <a:spcPct val="90000"/>
        </a:lnSpc>
        <a:spcBef>
          <a:spcPts val="1654"/>
        </a:spcBef>
        <a:buFont typeface="Arial" panose="020B0604020202020204" pitchFamily="34" charset="0"/>
        <a:buChar char="•"/>
        <a:defRPr sz="6622" kern="1200">
          <a:solidFill>
            <a:schemeClr val="tx1"/>
          </a:solidFill>
          <a:latin typeface="+mn-lt"/>
          <a:ea typeface="+mn-ea"/>
          <a:cs typeface="+mn-cs"/>
        </a:defRPr>
      </a:lvl3pPr>
      <a:lvl4pPr marL="5296479" indent="-756641" algn="l" defTabSz="3026556" rtl="0" eaLnBrk="1" latinLnBrk="0" hangingPunct="1">
        <a:lnSpc>
          <a:spcPct val="90000"/>
        </a:lnSpc>
        <a:spcBef>
          <a:spcPts val="1654"/>
        </a:spcBef>
        <a:buFont typeface="Arial" panose="020B0604020202020204" pitchFamily="34" charset="0"/>
        <a:buChar char="•"/>
        <a:defRPr sz="5959" kern="1200">
          <a:solidFill>
            <a:schemeClr val="tx1"/>
          </a:solidFill>
          <a:latin typeface="+mn-lt"/>
          <a:ea typeface="+mn-ea"/>
          <a:cs typeface="+mn-cs"/>
        </a:defRPr>
      </a:lvl4pPr>
      <a:lvl5pPr marL="6809753" indent="-756641" algn="l" defTabSz="3026556" rtl="0" eaLnBrk="1" latinLnBrk="0" hangingPunct="1">
        <a:lnSpc>
          <a:spcPct val="90000"/>
        </a:lnSpc>
        <a:spcBef>
          <a:spcPts val="1654"/>
        </a:spcBef>
        <a:buFont typeface="Arial" panose="020B0604020202020204" pitchFamily="34" charset="0"/>
        <a:buChar char="•"/>
        <a:defRPr sz="5959" kern="1200">
          <a:solidFill>
            <a:schemeClr val="tx1"/>
          </a:solidFill>
          <a:latin typeface="+mn-lt"/>
          <a:ea typeface="+mn-ea"/>
          <a:cs typeface="+mn-cs"/>
        </a:defRPr>
      </a:lvl5pPr>
      <a:lvl6pPr marL="8323034" indent="-756641" algn="l" defTabSz="3026556" rtl="0" eaLnBrk="1" latinLnBrk="0" hangingPunct="1">
        <a:lnSpc>
          <a:spcPct val="90000"/>
        </a:lnSpc>
        <a:spcBef>
          <a:spcPts val="1654"/>
        </a:spcBef>
        <a:buFont typeface="Arial" panose="020B0604020202020204" pitchFamily="34" charset="0"/>
        <a:buChar char="•"/>
        <a:defRPr sz="5959" kern="1200">
          <a:solidFill>
            <a:schemeClr val="tx1"/>
          </a:solidFill>
          <a:latin typeface="+mn-lt"/>
          <a:ea typeface="+mn-ea"/>
          <a:cs typeface="+mn-cs"/>
        </a:defRPr>
      </a:lvl6pPr>
      <a:lvl7pPr marL="9836308" indent="-756641" algn="l" defTabSz="3026556" rtl="0" eaLnBrk="1" latinLnBrk="0" hangingPunct="1">
        <a:lnSpc>
          <a:spcPct val="90000"/>
        </a:lnSpc>
        <a:spcBef>
          <a:spcPts val="1654"/>
        </a:spcBef>
        <a:buFont typeface="Arial" panose="020B0604020202020204" pitchFamily="34" charset="0"/>
        <a:buChar char="•"/>
        <a:defRPr sz="5959" kern="1200">
          <a:solidFill>
            <a:schemeClr val="tx1"/>
          </a:solidFill>
          <a:latin typeface="+mn-lt"/>
          <a:ea typeface="+mn-ea"/>
          <a:cs typeface="+mn-cs"/>
        </a:defRPr>
      </a:lvl7pPr>
      <a:lvl8pPr marL="11349590" indent="-756641" algn="l" defTabSz="3026556" rtl="0" eaLnBrk="1" latinLnBrk="0" hangingPunct="1">
        <a:lnSpc>
          <a:spcPct val="90000"/>
        </a:lnSpc>
        <a:spcBef>
          <a:spcPts val="1654"/>
        </a:spcBef>
        <a:buFont typeface="Arial" panose="020B0604020202020204" pitchFamily="34" charset="0"/>
        <a:buChar char="•"/>
        <a:defRPr sz="5959" kern="1200">
          <a:solidFill>
            <a:schemeClr val="tx1"/>
          </a:solidFill>
          <a:latin typeface="+mn-lt"/>
          <a:ea typeface="+mn-ea"/>
          <a:cs typeface="+mn-cs"/>
        </a:defRPr>
      </a:lvl8pPr>
      <a:lvl9pPr marL="12862872" indent="-756641" algn="l" defTabSz="3026556" rtl="0" eaLnBrk="1" latinLnBrk="0" hangingPunct="1">
        <a:lnSpc>
          <a:spcPct val="90000"/>
        </a:lnSpc>
        <a:spcBef>
          <a:spcPts val="1654"/>
        </a:spcBef>
        <a:buFont typeface="Arial" panose="020B0604020202020204" pitchFamily="34" charset="0"/>
        <a:buChar char="•"/>
        <a:defRPr sz="5959" kern="1200">
          <a:solidFill>
            <a:schemeClr val="tx1"/>
          </a:solidFill>
          <a:latin typeface="+mn-lt"/>
          <a:ea typeface="+mn-ea"/>
          <a:cs typeface="+mn-cs"/>
        </a:defRPr>
      </a:lvl9pPr>
    </p:bodyStyle>
    <p:otherStyle>
      <a:defPPr>
        <a:defRPr lang="en-US"/>
      </a:defPPr>
      <a:lvl1pPr marL="0" algn="l" defTabSz="3026556" rtl="0" eaLnBrk="1" latinLnBrk="0" hangingPunct="1">
        <a:defRPr sz="5959" kern="1200">
          <a:solidFill>
            <a:schemeClr val="tx1"/>
          </a:solidFill>
          <a:latin typeface="+mn-lt"/>
          <a:ea typeface="+mn-ea"/>
          <a:cs typeface="+mn-cs"/>
        </a:defRPr>
      </a:lvl1pPr>
      <a:lvl2pPr marL="1513282" algn="l" defTabSz="3026556" rtl="0" eaLnBrk="1" latinLnBrk="0" hangingPunct="1">
        <a:defRPr sz="5959" kern="1200">
          <a:solidFill>
            <a:schemeClr val="tx1"/>
          </a:solidFill>
          <a:latin typeface="+mn-lt"/>
          <a:ea typeface="+mn-ea"/>
          <a:cs typeface="+mn-cs"/>
        </a:defRPr>
      </a:lvl2pPr>
      <a:lvl3pPr marL="3026556" algn="l" defTabSz="3026556" rtl="0" eaLnBrk="1" latinLnBrk="0" hangingPunct="1">
        <a:defRPr sz="5959" kern="1200">
          <a:solidFill>
            <a:schemeClr val="tx1"/>
          </a:solidFill>
          <a:latin typeface="+mn-lt"/>
          <a:ea typeface="+mn-ea"/>
          <a:cs typeface="+mn-cs"/>
        </a:defRPr>
      </a:lvl3pPr>
      <a:lvl4pPr marL="4539838" algn="l" defTabSz="3026556" rtl="0" eaLnBrk="1" latinLnBrk="0" hangingPunct="1">
        <a:defRPr sz="5959" kern="1200">
          <a:solidFill>
            <a:schemeClr val="tx1"/>
          </a:solidFill>
          <a:latin typeface="+mn-lt"/>
          <a:ea typeface="+mn-ea"/>
          <a:cs typeface="+mn-cs"/>
        </a:defRPr>
      </a:lvl4pPr>
      <a:lvl5pPr marL="6053112" algn="l" defTabSz="3026556" rtl="0" eaLnBrk="1" latinLnBrk="0" hangingPunct="1">
        <a:defRPr sz="5959" kern="1200">
          <a:solidFill>
            <a:schemeClr val="tx1"/>
          </a:solidFill>
          <a:latin typeface="+mn-lt"/>
          <a:ea typeface="+mn-ea"/>
          <a:cs typeface="+mn-cs"/>
        </a:defRPr>
      </a:lvl5pPr>
      <a:lvl6pPr marL="7566393" algn="l" defTabSz="3026556" rtl="0" eaLnBrk="1" latinLnBrk="0" hangingPunct="1">
        <a:defRPr sz="5959" kern="1200">
          <a:solidFill>
            <a:schemeClr val="tx1"/>
          </a:solidFill>
          <a:latin typeface="+mn-lt"/>
          <a:ea typeface="+mn-ea"/>
          <a:cs typeface="+mn-cs"/>
        </a:defRPr>
      </a:lvl6pPr>
      <a:lvl7pPr marL="9079675" algn="l" defTabSz="3026556" rtl="0" eaLnBrk="1" latinLnBrk="0" hangingPunct="1">
        <a:defRPr sz="5959" kern="1200">
          <a:solidFill>
            <a:schemeClr val="tx1"/>
          </a:solidFill>
          <a:latin typeface="+mn-lt"/>
          <a:ea typeface="+mn-ea"/>
          <a:cs typeface="+mn-cs"/>
        </a:defRPr>
      </a:lvl7pPr>
      <a:lvl8pPr marL="10592949" algn="l" defTabSz="3026556" rtl="0" eaLnBrk="1" latinLnBrk="0" hangingPunct="1">
        <a:defRPr sz="5959" kern="1200">
          <a:solidFill>
            <a:schemeClr val="tx1"/>
          </a:solidFill>
          <a:latin typeface="+mn-lt"/>
          <a:ea typeface="+mn-ea"/>
          <a:cs typeface="+mn-cs"/>
        </a:defRPr>
      </a:lvl8pPr>
      <a:lvl9pPr marL="12106231" algn="l" defTabSz="3026556" rtl="0" eaLnBrk="1" latinLnBrk="0" hangingPunct="1">
        <a:defRPr sz="595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alpha val="28000"/>
          </a:schemeClr>
        </a:solidFill>
        <a:effectLst/>
      </p:bgPr>
    </p:bg>
    <p:spTree>
      <p:nvGrpSpPr>
        <p:cNvPr id="1" name=""/>
        <p:cNvGrpSpPr/>
        <p:nvPr/>
      </p:nvGrpSpPr>
      <p:grpSpPr>
        <a:xfrm>
          <a:off x="0" y="0"/>
          <a:ext cx="0" cy="0"/>
          <a:chOff x="0" y="0"/>
          <a:chExt cx="0" cy="0"/>
        </a:xfrm>
      </p:grpSpPr>
      <p:sp>
        <p:nvSpPr>
          <p:cNvPr id="79" name="Rectangle 78">
            <a:extLst>
              <a:ext uri="{FF2B5EF4-FFF2-40B4-BE49-F238E27FC236}">
                <a16:creationId xmlns:a16="http://schemas.microsoft.com/office/drawing/2014/main" id="{30488D49-31BD-4181-BFE5-D6FB99925A81}"/>
              </a:ext>
            </a:extLst>
          </p:cNvPr>
          <p:cNvSpPr/>
          <p:nvPr/>
        </p:nvSpPr>
        <p:spPr>
          <a:xfrm>
            <a:off x="21244955" y="36832867"/>
            <a:ext cx="4204996" cy="98938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505F57E4-52CC-46EC-BD04-682120FC9599}"/>
              </a:ext>
            </a:extLst>
          </p:cNvPr>
          <p:cNvSpPr/>
          <p:nvPr/>
        </p:nvSpPr>
        <p:spPr>
          <a:xfrm>
            <a:off x="21200443" y="27025025"/>
            <a:ext cx="4204996" cy="98938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29B36A95-D513-45CA-A00D-497F9D4C720C}"/>
              </a:ext>
            </a:extLst>
          </p:cNvPr>
          <p:cNvSpPr/>
          <p:nvPr/>
        </p:nvSpPr>
        <p:spPr>
          <a:xfrm>
            <a:off x="10417708" y="6526313"/>
            <a:ext cx="6604199" cy="98938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40" name="Rectangle: Rounded Corners 39">
            <a:extLst>
              <a:ext uri="{FF2B5EF4-FFF2-40B4-BE49-F238E27FC236}">
                <a16:creationId xmlns:a16="http://schemas.microsoft.com/office/drawing/2014/main" id="{22AE95C5-45CC-9A23-08EA-D4208A11E56A}"/>
              </a:ext>
            </a:extLst>
          </p:cNvPr>
          <p:cNvSpPr/>
          <p:nvPr/>
        </p:nvSpPr>
        <p:spPr>
          <a:xfrm>
            <a:off x="863891" y="15803862"/>
            <a:ext cx="8867614" cy="8987696"/>
          </a:xfrm>
          <a:prstGeom prst="roundRect">
            <a:avLst>
              <a:gd name="adj" fmla="val 9528"/>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just">
              <a:lnSpc>
                <a:spcPct val="107000"/>
              </a:lnSpc>
              <a:spcAft>
                <a:spcPts val="619"/>
              </a:spcAft>
            </a:pPr>
            <a:r>
              <a:rPr lang="en-US" sz="3400" dirty="0">
                <a:latin typeface="Times New Roman" panose="02020603050405020304" pitchFamily="18" charset="0"/>
                <a:ea typeface="Aptos" panose="020B0004020202020204" pitchFamily="34" charset="0"/>
                <a:cs typeface="Times New Roman" panose="02020603050405020304" pitchFamily="18" charset="0"/>
              </a:rPr>
              <a:t> </a:t>
            </a:r>
            <a:r>
              <a:rPr lang="en-US" sz="3700" dirty="0">
                <a:latin typeface="Times New Roman" panose="02020603050405020304" pitchFamily="18" charset="0"/>
                <a:cs typeface="Times New Roman" panose="02020603050405020304" pitchFamily="18" charset="0"/>
              </a:rPr>
              <a:t>Cloud storage services are popular for backing up data, sharing files, and working together because they are easy to access and cost less. However, worries about privacy, security, and user knowledge make people unsure about trusting them. This study examines how much users know about data protection and how this affects their behavior, including understanding privacy policies, password habits, encryption knowledge, and trust in providers. The findings aim to show where companies and policymakers can improve user education and data protection.</a:t>
            </a:r>
          </a:p>
        </p:txBody>
      </p:sp>
      <p:sp>
        <p:nvSpPr>
          <p:cNvPr id="6" name="Rectangle 5">
            <a:extLst>
              <a:ext uri="{FF2B5EF4-FFF2-40B4-BE49-F238E27FC236}">
                <a16:creationId xmlns:a16="http://schemas.microsoft.com/office/drawing/2014/main" id="{608E7FF3-84B5-4D67-A84A-5C8BBF0B15A0}"/>
              </a:ext>
            </a:extLst>
          </p:cNvPr>
          <p:cNvSpPr/>
          <p:nvPr/>
        </p:nvSpPr>
        <p:spPr>
          <a:xfrm>
            <a:off x="946594" y="6679243"/>
            <a:ext cx="3483873" cy="98938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1" name="Rectangle 10"/>
          <p:cNvSpPr/>
          <p:nvPr/>
        </p:nvSpPr>
        <p:spPr>
          <a:xfrm>
            <a:off x="1959" y="-38100"/>
            <a:ext cx="30295793" cy="6266162"/>
          </a:xfrm>
          <a:prstGeom prst="rect">
            <a:avLst/>
          </a:prstGeom>
          <a:solidFill>
            <a:srgbClr val="7030A0"/>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16" rIns="91440" bIns="45716" numCol="1" spcCol="0" rtlCol="0" fromWordArt="0" anchor="ctr" anchorCtr="0" forceAA="0" compatLnSpc="1">
            <a:prstTxWarp prst="textNoShape">
              <a:avLst/>
            </a:prstTxWarp>
            <a:noAutofit/>
          </a:bodyPr>
          <a:lstStyle/>
          <a:p>
            <a:pPr algn="ctr"/>
            <a:endParaRPr lang="en-US" sz="1802" dirty="0"/>
          </a:p>
        </p:txBody>
      </p:sp>
      <p:sp>
        <p:nvSpPr>
          <p:cNvPr id="4" name="Title 3">
            <a:extLst>
              <a:ext uri="{FF2B5EF4-FFF2-40B4-BE49-F238E27FC236}">
                <a16:creationId xmlns:a16="http://schemas.microsoft.com/office/drawing/2014/main" id="{720A7C3B-04F9-44D2-986E-53685BFEB5CD}"/>
              </a:ext>
            </a:extLst>
          </p:cNvPr>
          <p:cNvSpPr>
            <a:spLocks noGrp="1"/>
          </p:cNvSpPr>
          <p:nvPr>
            <p:ph type="title"/>
          </p:nvPr>
        </p:nvSpPr>
        <p:spPr>
          <a:xfrm>
            <a:off x="6140533" y="470441"/>
            <a:ext cx="23024123" cy="1620877"/>
          </a:xfrm>
        </p:spPr>
        <p:txBody>
          <a:bodyPr>
            <a:noAutofit/>
          </a:bodyPr>
          <a:lstStyle/>
          <a:p>
            <a:pPr algn="ctr"/>
            <a:br>
              <a:rPr lang="en-US" sz="6600" b="1" dirty="0">
                <a:solidFill>
                  <a:schemeClr val="bg1"/>
                </a:solidFill>
                <a:latin typeface="Times New Roman" panose="02020603050405020304" pitchFamily="18" charset="0"/>
                <a:cs typeface="Times New Roman" panose="02020603050405020304" pitchFamily="18" charset="0"/>
              </a:rPr>
            </a:br>
            <a:br>
              <a:rPr lang="en-US" sz="6600" b="1" dirty="0">
                <a:solidFill>
                  <a:schemeClr val="bg1"/>
                </a:solidFill>
                <a:latin typeface="Times New Roman" panose="02020603050405020304" pitchFamily="18" charset="0"/>
                <a:cs typeface="Times New Roman" panose="02020603050405020304" pitchFamily="18" charset="0"/>
              </a:rPr>
            </a:br>
            <a:br>
              <a:rPr lang="en-US" sz="6600" b="1" dirty="0">
                <a:solidFill>
                  <a:schemeClr val="bg1"/>
                </a:solidFill>
                <a:latin typeface="Times New Roman" panose="02020603050405020304" pitchFamily="18" charset="0"/>
                <a:cs typeface="Times New Roman" panose="02020603050405020304" pitchFamily="18" charset="0"/>
              </a:rPr>
            </a:br>
            <a:br>
              <a:rPr lang="en-US" sz="6600" b="1" dirty="0">
                <a:solidFill>
                  <a:schemeClr val="bg1"/>
                </a:solidFill>
                <a:latin typeface="Times New Roman" panose="02020603050405020304" pitchFamily="18" charset="0"/>
                <a:cs typeface="Times New Roman" panose="02020603050405020304" pitchFamily="18" charset="0"/>
              </a:rPr>
            </a:br>
            <a:r>
              <a:rPr lang="en-US" sz="7200" b="1" dirty="0">
                <a:solidFill>
                  <a:schemeClr val="bg1"/>
                </a:solidFill>
                <a:latin typeface="Arial Narrow" panose="020B0606020202030204" pitchFamily="34" charset="0"/>
              </a:rPr>
              <a:t>A Study on User Awareness and Data Protection Practices in Cloud Storage Services</a:t>
            </a:r>
            <a:br>
              <a:rPr lang="en-US" sz="7200" dirty="0">
                <a:latin typeface="Arial Narrow" panose="020B0606020202030204" pitchFamily="34" charset="0"/>
              </a:rPr>
            </a:br>
            <a:r>
              <a:rPr lang="en-US" sz="7200" b="1" dirty="0">
                <a:solidFill>
                  <a:schemeClr val="bg1"/>
                </a:solidFill>
                <a:latin typeface="Times New Roman" panose="02020603050405020304" pitchFamily="18" charset="0"/>
                <a:cs typeface="Times New Roman" panose="02020603050405020304" pitchFamily="18" charset="0"/>
              </a:rPr>
              <a:t>.</a:t>
            </a:r>
            <a:br>
              <a:rPr lang="en-US" sz="7200" b="1" dirty="0">
                <a:solidFill>
                  <a:schemeClr val="bg1"/>
                </a:solidFill>
                <a:latin typeface="Times New Roman" panose="02020603050405020304" pitchFamily="18" charset="0"/>
                <a:cs typeface="Times New Roman" panose="02020603050405020304" pitchFamily="18" charset="0"/>
              </a:rPr>
            </a:br>
            <a:br>
              <a:rPr lang="en-US" sz="9600" b="1" dirty="0">
                <a:solidFill>
                  <a:schemeClr val="bg1"/>
                </a:solidFill>
                <a:latin typeface="Times New Roman" panose="02020603050405020304" pitchFamily="18" charset="0"/>
                <a:cs typeface="Times New Roman" panose="02020603050405020304" pitchFamily="18" charset="0"/>
              </a:rPr>
            </a:br>
            <a:endParaRPr lang="en-US" sz="6000" b="1" kern="100" dirty="0">
              <a:solidFill>
                <a:schemeClr val="bg2"/>
              </a:solidFill>
              <a:effectLst>
                <a:outerShdw blurRad="38100" dist="38100" dir="2700000" algn="tl">
                  <a:srgbClr val="000000">
                    <a:alpha val="43137"/>
                  </a:srgbClr>
                </a:outerShdw>
              </a:effectLst>
              <a:latin typeface="Aptos" panose="020B0004020202020204" pitchFamily="34" charset="0"/>
              <a:ea typeface="Aptos" panose="020B0004020202020204" pitchFamily="34" charset="0"/>
              <a:cs typeface="Cordia New" panose="020B0304020202020204" pitchFamily="34" charset="-34"/>
            </a:endParaRPr>
          </a:p>
        </p:txBody>
      </p:sp>
      <p:cxnSp>
        <p:nvCxnSpPr>
          <p:cNvPr id="20" name="Straight Connector 19"/>
          <p:cNvCxnSpPr>
            <a:cxnSpLocks/>
          </p:cNvCxnSpPr>
          <p:nvPr/>
        </p:nvCxnSpPr>
        <p:spPr>
          <a:xfrm>
            <a:off x="30477" y="3094981"/>
            <a:ext cx="30267275" cy="0"/>
          </a:xfrm>
          <a:prstGeom prst="line">
            <a:avLst/>
          </a:prstGeom>
          <a:ln/>
        </p:spPr>
        <p:style>
          <a:lnRef idx="3">
            <a:schemeClr val="accent5"/>
          </a:lnRef>
          <a:fillRef idx="0">
            <a:schemeClr val="accent5"/>
          </a:fillRef>
          <a:effectRef idx="2">
            <a:schemeClr val="accent5"/>
          </a:effectRef>
          <a:fontRef idx="minor">
            <a:schemeClr val="tx1"/>
          </a:fontRef>
        </p:style>
      </p:cxnSp>
      <p:cxnSp>
        <p:nvCxnSpPr>
          <p:cNvPr id="9" name="Straight Connector 8">
            <a:extLst>
              <a:ext uri="{FF2B5EF4-FFF2-40B4-BE49-F238E27FC236}">
                <a16:creationId xmlns:a16="http://schemas.microsoft.com/office/drawing/2014/main" id="{9E23072A-F17E-176F-D16D-EC30CCCE234A}"/>
              </a:ext>
            </a:extLst>
          </p:cNvPr>
          <p:cNvCxnSpPr>
            <a:cxnSpLocks/>
          </p:cNvCxnSpPr>
          <p:nvPr/>
        </p:nvCxnSpPr>
        <p:spPr>
          <a:xfrm>
            <a:off x="10134600" y="6704019"/>
            <a:ext cx="0" cy="31738881"/>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2E99EA5-2CA0-A29E-013C-C7A6F79ED501}"/>
              </a:ext>
            </a:extLst>
          </p:cNvPr>
          <p:cNvCxnSpPr>
            <a:cxnSpLocks/>
          </p:cNvCxnSpPr>
          <p:nvPr/>
        </p:nvCxnSpPr>
        <p:spPr>
          <a:xfrm>
            <a:off x="20815300" y="6704019"/>
            <a:ext cx="0" cy="31738881"/>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5" name="Rectangle: Diagonal Corners Rounded 4">
            <a:extLst>
              <a:ext uri="{FF2B5EF4-FFF2-40B4-BE49-F238E27FC236}">
                <a16:creationId xmlns:a16="http://schemas.microsoft.com/office/drawing/2014/main" id="{1156F9A8-AF89-A99F-2997-BB348A6F4E27}"/>
              </a:ext>
            </a:extLst>
          </p:cNvPr>
          <p:cNvSpPr/>
          <p:nvPr/>
        </p:nvSpPr>
        <p:spPr>
          <a:xfrm>
            <a:off x="948437" y="26345898"/>
            <a:ext cx="8698522" cy="1932525"/>
          </a:xfrm>
          <a:prstGeom prst="round2Diag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1500" indent="-571500" algn="ctr">
              <a:buFont typeface="Arial" panose="020B0604020202020204" pitchFamily="34" charset="0"/>
              <a:buChar char="•"/>
            </a:pPr>
            <a:r>
              <a:rPr lang="en-US" sz="3600">
                <a:solidFill>
                  <a:schemeClr val="tx1"/>
                </a:solidFill>
                <a:latin typeface="Times New Roman" panose="02020603050405020304" pitchFamily="18" charset="0"/>
                <a:cs typeface="Times New Roman" panose="02020603050405020304" pitchFamily="18" charset="0"/>
              </a:rPr>
              <a:t>To examine the level of knowledge and understanding users have regarding cloud storage services and their security risks.</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0EE529A3-245D-CB3D-F977-EB7B28564635}"/>
              </a:ext>
            </a:extLst>
          </p:cNvPr>
          <p:cNvSpPr txBox="1"/>
          <p:nvPr/>
        </p:nvSpPr>
        <p:spPr>
          <a:xfrm>
            <a:off x="1340938" y="6729802"/>
            <a:ext cx="3089531" cy="923330"/>
          </a:xfrm>
          <a:prstGeom prst="rect">
            <a:avLst/>
          </a:prstGeom>
          <a:noFill/>
        </p:spPr>
        <p:txBody>
          <a:bodyPr wrap="square" rtlCol="0">
            <a:spAutoFit/>
          </a:bodyPr>
          <a:lstStyle/>
          <a:p>
            <a:r>
              <a:rPr lang="en-US" sz="5400" b="1" i="1" dirty="0">
                <a:latin typeface="Times New Roman" panose="02020603050405020304" pitchFamily="18" charset="0"/>
                <a:ea typeface="Aptos" panose="020B0004020202020204" pitchFamily="34" charset="0"/>
              </a:rPr>
              <a:t>Abstract</a:t>
            </a:r>
          </a:p>
        </p:txBody>
      </p:sp>
      <p:sp>
        <p:nvSpPr>
          <p:cNvPr id="48" name="Rectangle: Rounded Corners 47">
            <a:extLst>
              <a:ext uri="{FF2B5EF4-FFF2-40B4-BE49-F238E27FC236}">
                <a16:creationId xmlns:a16="http://schemas.microsoft.com/office/drawing/2014/main" id="{504F53C8-39D2-33AC-3938-64B2D4DD3EC8}"/>
              </a:ext>
            </a:extLst>
          </p:cNvPr>
          <p:cNvSpPr/>
          <p:nvPr/>
        </p:nvSpPr>
        <p:spPr>
          <a:xfrm>
            <a:off x="750365" y="34265995"/>
            <a:ext cx="8867614" cy="7436994"/>
          </a:xfrm>
          <a:prstGeom prst="roundRect">
            <a:avLst>
              <a:gd name="adj" fmla="val 10753"/>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nSpc>
                <a:spcPct val="107000"/>
              </a:lnSpc>
              <a:spcAft>
                <a:spcPts val="619"/>
              </a:spcAft>
            </a:pPr>
            <a:r>
              <a:rPr lang="en-US" sz="3095">
                <a:latin typeface="Times New Roman" panose="02020603050405020304" pitchFamily="18" charset="0"/>
                <a:ea typeface="Aptos" panose="020B0004020202020204" pitchFamily="34" charset="0"/>
              </a:rPr>
              <a:t> </a:t>
            </a:r>
            <a:endParaRPr lang="en-US" sz="3095"/>
          </a:p>
        </p:txBody>
      </p:sp>
      <p:sp>
        <p:nvSpPr>
          <p:cNvPr id="49" name="TextBox 48">
            <a:extLst>
              <a:ext uri="{FF2B5EF4-FFF2-40B4-BE49-F238E27FC236}">
                <a16:creationId xmlns:a16="http://schemas.microsoft.com/office/drawing/2014/main" id="{400F707C-3DDB-ECF7-A0AF-D759D57DD88F}"/>
              </a:ext>
            </a:extLst>
          </p:cNvPr>
          <p:cNvSpPr txBox="1"/>
          <p:nvPr/>
        </p:nvSpPr>
        <p:spPr>
          <a:xfrm>
            <a:off x="1118317" y="34309599"/>
            <a:ext cx="8166320" cy="7294305"/>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Survey Creation</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Data Collection</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The survey was shared with students and professionals from various industries.</a:t>
            </a:r>
          </a:p>
          <a:p>
            <a:r>
              <a:rPr lang="en-US" sz="3600" b="1" dirty="0">
                <a:latin typeface="Times New Roman" panose="02020603050405020304" pitchFamily="18" charset="0"/>
                <a:cs typeface="Times New Roman" panose="02020603050405020304" pitchFamily="18" charset="0"/>
              </a:rPr>
              <a:t>Data Analysis</a:t>
            </a:r>
          </a:p>
          <a:p>
            <a:pPr algn="just"/>
            <a:r>
              <a:rPr lang="en-US" sz="3600" spc="-30" dirty="0">
                <a:solidFill>
                  <a:srgbClr val="0A2F41"/>
                </a:solidFill>
                <a:latin typeface="Times New Roman" panose="02020603050405020304" pitchFamily="18" charset="0"/>
                <a:cs typeface="Times New Roman" panose="02020603050405020304" pitchFamily="18" charset="0"/>
              </a:rPr>
              <a:t>Collected data was analyzed using basic statistical methods such as frequencies, percentages, and Chi Square </a:t>
            </a:r>
            <a:r>
              <a:rPr lang="en-US" sz="3600" spc="-30" dirty="0" err="1">
                <a:solidFill>
                  <a:srgbClr val="0A2F41"/>
                </a:solidFill>
                <a:latin typeface="Times New Roman" panose="02020603050405020304" pitchFamily="18" charset="0"/>
                <a:cs typeface="Times New Roman" panose="02020603050405020304" pitchFamily="18" charset="0"/>
              </a:rPr>
              <a:t>tes</a:t>
            </a:r>
            <a:r>
              <a:rPr lang="en-US" sz="3600" spc="-30" dirty="0">
                <a:solidFill>
                  <a:srgbClr val="0A2F41"/>
                </a:solidFill>
                <a:latin typeface="Times New Roman" panose="02020603050405020304" pitchFamily="18" charset="0"/>
                <a:cs typeface="Times New Roman" panose="02020603050405020304" pitchFamily="18" charset="0"/>
              </a:rPr>
              <a:t>  to identify awareness levels and data security practices.</a:t>
            </a:r>
          </a:p>
        </p:txBody>
      </p:sp>
      <p:sp>
        <p:nvSpPr>
          <p:cNvPr id="53" name="Rectangle: Rounded Corners 52">
            <a:extLst>
              <a:ext uri="{FF2B5EF4-FFF2-40B4-BE49-F238E27FC236}">
                <a16:creationId xmlns:a16="http://schemas.microsoft.com/office/drawing/2014/main" id="{B6A689AF-9F5B-6E8F-090F-0CECCD636F92}"/>
              </a:ext>
            </a:extLst>
          </p:cNvPr>
          <p:cNvSpPr/>
          <p:nvPr/>
        </p:nvSpPr>
        <p:spPr>
          <a:xfrm>
            <a:off x="10619602" y="7824631"/>
            <a:ext cx="10096979" cy="33900783"/>
          </a:xfrm>
          <a:prstGeom prst="roundRect">
            <a:avLst>
              <a:gd name="adj" fmla="val 4612"/>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nSpc>
                <a:spcPct val="107000"/>
              </a:lnSpc>
              <a:spcAft>
                <a:spcPts val="619"/>
              </a:spcAft>
            </a:pPr>
            <a:endParaRPr lang="en-US" sz="3095"/>
          </a:p>
        </p:txBody>
      </p:sp>
      <p:sp>
        <p:nvSpPr>
          <p:cNvPr id="56" name="TextBox 55">
            <a:extLst>
              <a:ext uri="{FF2B5EF4-FFF2-40B4-BE49-F238E27FC236}">
                <a16:creationId xmlns:a16="http://schemas.microsoft.com/office/drawing/2014/main" id="{9378EB8C-9F32-2863-2EEE-EDDFB0297A65}"/>
              </a:ext>
            </a:extLst>
          </p:cNvPr>
          <p:cNvSpPr txBox="1"/>
          <p:nvPr/>
        </p:nvSpPr>
        <p:spPr>
          <a:xfrm>
            <a:off x="10805573" y="6554542"/>
            <a:ext cx="6403901" cy="923330"/>
          </a:xfrm>
          <a:prstGeom prst="rect">
            <a:avLst/>
          </a:prstGeom>
          <a:noFill/>
        </p:spPr>
        <p:txBody>
          <a:bodyPr wrap="square" rtlCol="0">
            <a:spAutoFit/>
          </a:bodyPr>
          <a:lstStyle/>
          <a:p>
            <a:r>
              <a:rPr lang="en-US" sz="5400" b="1" i="1" dirty="0">
                <a:latin typeface="Times New Roman" panose="02020603050405020304" pitchFamily="18" charset="0"/>
                <a:ea typeface="Aptos" panose="020B0004020202020204" pitchFamily="34" charset="0"/>
              </a:rPr>
              <a:t>Result &amp; Discussion</a:t>
            </a:r>
          </a:p>
        </p:txBody>
      </p:sp>
      <p:sp>
        <p:nvSpPr>
          <p:cNvPr id="19" name="TextBox 18">
            <a:extLst>
              <a:ext uri="{FF2B5EF4-FFF2-40B4-BE49-F238E27FC236}">
                <a16:creationId xmlns:a16="http://schemas.microsoft.com/office/drawing/2014/main" id="{A7C61FB0-5673-E03B-AA45-DC87F006B752}"/>
              </a:ext>
            </a:extLst>
          </p:cNvPr>
          <p:cNvSpPr txBox="1"/>
          <p:nvPr/>
        </p:nvSpPr>
        <p:spPr>
          <a:xfrm>
            <a:off x="10158080" y="12724823"/>
            <a:ext cx="10356607" cy="553998"/>
          </a:xfrm>
          <a:prstGeom prst="rect">
            <a:avLst/>
          </a:prstGeom>
          <a:noFill/>
        </p:spPr>
        <p:txBody>
          <a:bodyPr wrap="square" rtlCol="0">
            <a:spAutoFit/>
          </a:bodyPr>
          <a:lstStyle/>
          <a:p>
            <a:pPr marR="0" lvl="0" algn="ctr" defTabSz="914400" rtl="0" eaLnBrk="0" fontAlgn="base" latinLnBrk="0" hangingPunct="0">
              <a:lnSpc>
                <a:spcPct val="100000"/>
              </a:lnSpc>
              <a:spcBef>
                <a:spcPct val="0"/>
              </a:spcBef>
              <a:spcAft>
                <a:spcPct val="0"/>
              </a:spcAft>
              <a:buClrTx/>
              <a:buSzTx/>
              <a:tabLst/>
            </a:pPr>
            <a:r>
              <a:rPr kumimoji="0" lang="en-US" altLang="en-US" sz="3000" b="1"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Fig. 1: Pie Chart of overall knowledge of CSS.</a:t>
            </a:r>
          </a:p>
        </p:txBody>
      </p:sp>
      <p:sp>
        <p:nvSpPr>
          <p:cNvPr id="21" name="Rectangle: Rounded Corners 20">
            <a:extLst>
              <a:ext uri="{FF2B5EF4-FFF2-40B4-BE49-F238E27FC236}">
                <a16:creationId xmlns:a16="http://schemas.microsoft.com/office/drawing/2014/main" id="{8C8A806C-D7DB-E6C4-9A3E-B17A43961DAD}"/>
              </a:ext>
            </a:extLst>
          </p:cNvPr>
          <p:cNvSpPr/>
          <p:nvPr/>
        </p:nvSpPr>
        <p:spPr>
          <a:xfrm>
            <a:off x="21115914" y="6495221"/>
            <a:ext cx="8755796" cy="20206549"/>
          </a:xfrm>
          <a:prstGeom prst="roundRect">
            <a:avLst>
              <a:gd name="adj" fmla="val 8968"/>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nSpc>
                <a:spcPct val="107000"/>
              </a:lnSpc>
              <a:spcAft>
                <a:spcPts val="619"/>
              </a:spcAft>
            </a:pPr>
            <a:r>
              <a:rPr lang="en-US" sz="3095" dirty="0">
                <a:latin typeface="Times New Roman" panose="02020603050405020304" pitchFamily="18" charset="0"/>
                <a:ea typeface="Aptos" panose="020B0004020202020204" pitchFamily="34" charset="0"/>
              </a:rPr>
              <a:t> </a:t>
            </a:r>
            <a:endParaRPr lang="en-US" sz="3095" dirty="0"/>
          </a:p>
        </p:txBody>
      </p:sp>
      <p:sp>
        <p:nvSpPr>
          <p:cNvPr id="26" name="TextBox 25">
            <a:extLst>
              <a:ext uri="{FF2B5EF4-FFF2-40B4-BE49-F238E27FC236}">
                <a16:creationId xmlns:a16="http://schemas.microsoft.com/office/drawing/2014/main" id="{D928014C-1F43-3C3F-7691-69C9B210601C}"/>
              </a:ext>
            </a:extLst>
          </p:cNvPr>
          <p:cNvSpPr txBox="1"/>
          <p:nvPr/>
        </p:nvSpPr>
        <p:spPr>
          <a:xfrm>
            <a:off x="10344704" y="24373335"/>
            <a:ext cx="10356607" cy="58477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b="1" dirty="0">
                <a:solidFill>
                  <a:schemeClr val="accent5">
                    <a:lumMod val="50000"/>
                  </a:schemeClr>
                </a:solidFill>
                <a:latin typeface="Times New Roman" panose="02020603050405020304" pitchFamily="18" charset="0"/>
                <a:cs typeface="Times New Roman" panose="02020603050405020304" pitchFamily="18" charset="0"/>
              </a:rPr>
              <a:t>Table 1: </a:t>
            </a:r>
            <a:r>
              <a:rPr lang="en-US" sz="3200" b="1" dirty="0">
                <a:solidFill>
                  <a:schemeClr val="accent5">
                    <a:lumMod val="50000"/>
                  </a:schemeClr>
                </a:solidFill>
                <a:latin typeface="Times New Roman" panose="02020603050405020304" pitchFamily="18" charset="0"/>
                <a:cs typeface="Times New Roman" panose="02020603050405020304" pitchFamily="18" charset="0"/>
              </a:rPr>
              <a:t>Chi-Square Analysis Table</a:t>
            </a:r>
            <a:endParaRPr kumimoji="0" lang="en-US" altLang="en-US" sz="32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endParaRPr>
          </a:p>
        </p:txBody>
      </p:sp>
      <p:sp>
        <p:nvSpPr>
          <p:cNvPr id="28" name="Rectangle: Rounded Corners 27">
            <a:extLst>
              <a:ext uri="{FF2B5EF4-FFF2-40B4-BE49-F238E27FC236}">
                <a16:creationId xmlns:a16="http://schemas.microsoft.com/office/drawing/2014/main" id="{5FF61AC1-13A3-E61B-3F7E-9ABB4CC42033}"/>
              </a:ext>
            </a:extLst>
          </p:cNvPr>
          <p:cNvSpPr/>
          <p:nvPr/>
        </p:nvSpPr>
        <p:spPr>
          <a:xfrm>
            <a:off x="21077059" y="28224872"/>
            <a:ext cx="8867614" cy="8267784"/>
          </a:xfrm>
          <a:prstGeom prst="roundRect">
            <a:avLst>
              <a:gd name="adj" fmla="val 9528"/>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nSpc>
                <a:spcPct val="107000"/>
              </a:lnSpc>
              <a:spcAft>
                <a:spcPts val="619"/>
              </a:spcAft>
            </a:pPr>
            <a:r>
              <a:rPr lang="en-US" sz="3095">
                <a:latin typeface="Times New Roman" panose="02020603050405020304" pitchFamily="18" charset="0"/>
                <a:ea typeface="Aptos" panose="020B0004020202020204" pitchFamily="34" charset="0"/>
              </a:rPr>
              <a:t> </a:t>
            </a:r>
            <a:endParaRPr lang="en-US" sz="3095"/>
          </a:p>
        </p:txBody>
      </p:sp>
      <p:sp>
        <p:nvSpPr>
          <p:cNvPr id="33" name="TextBox 32">
            <a:extLst>
              <a:ext uri="{FF2B5EF4-FFF2-40B4-BE49-F238E27FC236}">
                <a16:creationId xmlns:a16="http://schemas.microsoft.com/office/drawing/2014/main" id="{009C92F4-2EB7-6DFF-6BA8-649D5691C806}"/>
              </a:ext>
            </a:extLst>
          </p:cNvPr>
          <p:cNvSpPr txBox="1"/>
          <p:nvPr/>
        </p:nvSpPr>
        <p:spPr>
          <a:xfrm>
            <a:off x="21331922" y="28466957"/>
            <a:ext cx="8166320" cy="8109912"/>
          </a:xfrm>
          <a:prstGeom prst="rect">
            <a:avLst/>
          </a:prstGeom>
          <a:noFill/>
        </p:spPr>
        <p:txBody>
          <a:bodyPr wrap="square" rtlCol="0">
            <a:spAutoFit/>
          </a:bodyPr>
          <a:lstStyle/>
          <a:p>
            <a:pPr algn="just"/>
            <a:r>
              <a:rPr lang="en-US" sz="3700" dirty="0">
                <a:latin typeface="Times New Roman" panose="02020603050405020304" pitchFamily="18" charset="0"/>
                <a:cs typeface="Times New Roman" panose="02020603050405020304" pitchFamily="18" charset="0"/>
              </a:rPr>
              <a:t>User awareness of data protection in cloud storage is moderate but uneven. While people appreciate cloud convenience, many don't fully understand security risks or how to protect their data. Users often trust providers too much without managing their own security. Cloud companies should focus on better user education, clearer privacy policies, and easier security tools to improve protection and build trust. Bridging the gap between user awareness and actual security practices is crucial for safer and more confident cloud adoption</a:t>
            </a:r>
            <a:r>
              <a:rPr lang="en-US" sz="4000" dirty="0"/>
              <a:t>.</a:t>
            </a:r>
            <a:endParaRPr lang="en-US" sz="3700"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B4D62DD1-2FCA-8BA6-76A6-BC2C8C8A1FE1}"/>
              </a:ext>
            </a:extLst>
          </p:cNvPr>
          <p:cNvSpPr txBox="1"/>
          <p:nvPr/>
        </p:nvSpPr>
        <p:spPr>
          <a:xfrm>
            <a:off x="21666442" y="27002628"/>
            <a:ext cx="4131927" cy="923330"/>
          </a:xfrm>
          <a:prstGeom prst="rect">
            <a:avLst/>
          </a:prstGeom>
          <a:noFill/>
        </p:spPr>
        <p:txBody>
          <a:bodyPr wrap="square" rtlCol="0">
            <a:spAutoFit/>
          </a:bodyPr>
          <a:lstStyle/>
          <a:p>
            <a:r>
              <a:rPr lang="en-US" sz="5400" b="1" i="1" dirty="0">
                <a:latin typeface="Times New Roman" panose="02020603050405020304" pitchFamily="18" charset="0"/>
                <a:ea typeface="Aptos" panose="020B0004020202020204" pitchFamily="34" charset="0"/>
              </a:rPr>
              <a:t>Conclusion</a:t>
            </a:r>
          </a:p>
        </p:txBody>
      </p:sp>
      <p:sp>
        <p:nvSpPr>
          <p:cNvPr id="45" name="Rectangle: Rounded Corners 44">
            <a:extLst>
              <a:ext uri="{FF2B5EF4-FFF2-40B4-BE49-F238E27FC236}">
                <a16:creationId xmlns:a16="http://schemas.microsoft.com/office/drawing/2014/main" id="{55E2E39C-E6D0-1896-6E1D-DDBCAD3B18F6}"/>
              </a:ext>
            </a:extLst>
          </p:cNvPr>
          <p:cNvSpPr/>
          <p:nvPr/>
        </p:nvSpPr>
        <p:spPr>
          <a:xfrm>
            <a:off x="21055103" y="37929602"/>
            <a:ext cx="8867614" cy="3773386"/>
          </a:xfrm>
          <a:prstGeom prst="roundRect">
            <a:avLst>
              <a:gd name="adj" fmla="val 15664"/>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just">
              <a:lnSpc>
                <a:spcPct val="107000"/>
              </a:lnSpc>
              <a:spcAft>
                <a:spcPts val="619"/>
              </a:spcAft>
            </a:pPr>
            <a:r>
              <a:rPr lang="en-US" sz="3095" dirty="0">
                <a:latin typeface="Times New Roman" panose="02020603050405020304" pitchFamily="18" charset="0"/>
                <a:ea typeface="Aptos" panose="020B0004020202020204" pitchFamily="34"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M. A. </a:t>
            </a:r>
            <a:r>
              <a:rPr lang="en-US" sz="3600" dirty="0" err="1">
                <a:latin typeface="Times New Roman" panose="02020603050405020304" pitchFamily="18" charset="0"/>
                <a:cs typeface="Times New Roman" panose="02020603050405020304" pitchFamily="18" charset="0"/>
              </a:rPr>
              <a:t>Alzain</a:t>
            </a:r>
            <a:r>
              <a:rPr lang="en-US" sz="3600" dirty="0">
                <a:latin typeface="Times New Roman" panose="02020603050405020304" pitchFamily="18" charset="0"/>
                <a:cs typeface="Times New Roman" panose="02020603050405020304" pitchFamily="18" charset="0"/>
              </a:rPr>
              <a:t>, B. Soh, and E. </a:t>
            </a:r>
            <a:r>
              <a:rPr lang="en-US" sz="3600" dirty="0" err="1">
                <a:latin typeface="Times New Roman" panose="02020603050405020304" pitchFamily="18" charset="0"/>
                <a:cs typeface="Times New Roman" panose="02020603050405020304" pitchFamily="18" charset="0"/>
              </a:rPr>
              <a:t>Pardede</a:t>
            </a:r>
            <a:r>
              <a:rPr lang="en-US" sz="3600" dirty="0">
                <a:latin typeface="Times New Roman" panose="02020603050405020304" pitchFamily="18" charset="0"/>
                <a:cs typeface="Times New Roman" panose="02020603050405020304" pitchFamily="18" charset="0"/>
              </a:rPr>
              <a:t>, "A survey on data security issues in cloud storage: From single to multi-clouds," </a:t>
            </a:r>
            <a:r>
              <a:rPr lang="en-US" sz="3600" i="1" dirty="0">
                <a:latin typeface="Times New Roman" panose="02020603050405020304" pitchFamily="18" charset="0"/>
                <a:cs typeface="Times New Roman" panose="02020603050405020304" pitchFamily="18" charset="0"/>
              </a:rPr>
              <a:t>Journal of Software</a:t>
            </a:r>
            <a:r>
              <a:rPr lang="en-US" sz="3600" dirty="0">
                <a:latin typeface="Times New Roman" panose="02020603050405020304" pitchFamily="18" charset="0"/>
                <a:cs typeface="Times New Roman" panose="02020603050405020304" pitchFamily="18" charset="0"/>
              </a:rPr>
              <a:t>, vol. 7, no. 7, pp. 1514-1527, Jul. 2012.</a:t>
            </a:r>
          </a:p>
        </p:txBody>
      </p:sp>
      <p:sp>
        <p:nvSpPr>
          <p:cNvPr id="52" name="TextBox 51">
            <a:extLst>
              <a:ext uri="{FF2B5EF4-FFF2-40B4-BE49-F238E27FC236}">
                <a16:creationId xmlns:a16="http://schemas.microsoft.com/office/drawing/2014/main" id="{AE0CD586-689D-1D8D-A733-93B95E5F26DE}"/>
              </a:ext>
            </a:extLst>
          </p:cNvPr>
          <p:cNvSpPr txBox="1"/>
          <p:nvPr/>
        </p:nvSpPr>
        <p:spPr>
          <a:xfrm>
            <a:off x="21621746" y="36832867"/>
            <a:ext cx="4131927" cy="923330"/>
          </a:xfrm>
          <a:prstGeom prst="rect">
            <a:avLst/>
          </a:prstGeom>
          <a:noFill/>
        </p:spPr>
        <p:txBody>
          <a:bodyPr wrap="square" rtlCol="0">
            <a:spAutoFit/>
          </a:bodyPr>
          <a:lstStyle/>
          <a:p>
            <a:r>
              <a:rPr lang="en-US" sz="5400" b="1" i="1" dirty="0">
                <a:latin typeface="Times New Roman" panose="02020603050405020304" pitchFamily="18" charset="0"/>
                <a:ea typeface="Aptos" panose="020B0004020202020204" pitchFamily="34" charset="0"/>
              </a:rPr>
              <a:t>References</a:t>
            </a:r>
          </a:p>
        </p:txBody>
      </p:sp>
      <p:pic>
        <p:nvPicPr>
          <p:cNvPr id="57" name="Picture 4" descr="Bachelor of Science in Computer Science &amp; Engineering | AIUB">
            <a:extLst>
              <a:ext uri="{FF2B5EF4-FFF2-40B4-BE49-F238E27FC236}">
                <a16:creationId xmlns:a16="http://schemas.microsoft.com/office/drawing/2014/main" id="{4305A1EC-A750-447A-B2B0-ACB10F3957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840" y="813593"/>
            <a:ext cx="4435728" cy="4400160"/>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48C1E601-C603-46A9-91CC-DAE07F72A831}"/>
              </a:ext>
            </a:extLst>
          </p:cNvPr>
          <p:cNvSpPr txBox="1"/>
          <p:nvPr/>
        </p:nvSpPr>
        <p:spPr>
          <a:xfrm>
            <a:off x="3376246" y="3352800"/>
            <a:ext cx="26121996" cy="2646878"/>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Md. Sunzim </a:t>
            </a:r>
            <a:r>
              <a:rPr lang="en-US" sz="3600" dirty="0" err="1">
                <a:solidFill>
                  <a:schemeClr val="bg1"/>
                </a:solidFill>
                <a:latin typeface="Times New Roman" panose="02020603050405020304" pitchFamily="18" charset="0"/>
                <a:cs typeface="Times New Roman" panose="02020603050405020304" pitchFamily="18" charset="0"/>
              </a:rPr>
              <a:t>Shahariar</a:t>
            </a:r>
            <a:r>
              <a:rPr lang="en-US" sz="3600" dirty="0">
                <a:solidFill>
                  <a:schemeClr val="bg1"/>
                </a:solidFill>
                <a:latin typeface="Times New Roman" panose="02020603050405020304" pitchFamily="18" charset="0"/>
                <a:cs typeface="Times New Roman" panose="02020603050405020304" pitchFamily="18" charset="0"/>
              </a:rPr>
              <a:t> Shifat, </a:t>
            </a:r>
            <a:r>
              <a:rPr lang="en-US" sz="3600" dirty="0" err="1">
                <a:solidFill>
                  <a:schemeClr val="bg1"/>
                </a:solidFill>
                <a:latin typeface="Times New Roman" panose="02020603050405020304" pitchFamily="18" charset="0"/>
                <a:cs typeface="Times New Roman" panose="02020603050405020304" pitchFamily="18" charset="0"/>
              </a:rPr>
              <a:t>Protikha</a:t>
            </a:r>
            <a:r>
              <a:rPr lang="en-US" sz="3600" dirty="0">
                <a:solidFill>
                  <a:schemeClr val="bg1"/>
                </a:solidFill>
                <a:latin typeface="Times New Roman" panose="02020603050405020304" pitchFamily="18" charset="0"/>
                <a:cs typeface="Times New Roman" panose="02020603050405020304" pitchFamily="18" charset="0"/>
              </a:rPr>
              <a:t> Hira </a:t>
            </a:r>
            <a:r>
              <a:rPr lang="en-US" sz="3600" dirty="0" err="1">
                <a:solidFill>
                  <a:schemeClr val="bg1"/>
                </a:solidFill>
                <a:latin typeface="Times New Roman" panose="02020603050405020304" pitchFamily="18" charset="0"/>
                <a:cs typeface="Times New Roman" panose="02020603050405020304" pitchFamily="18" charset="0"/>
              </a:rPr>
              <a:t>Tanwi</a:t>
            </a:r>
            <a:r>
              <a:rPr lang="en-US" sz="3600" dirty="0">
                <a:solidFill>
                  <a:schemeClr val="bg1"/>
                </a:solidFill>
                <a:latin typeface="Times New Roman" panose="02020603050405020304" pitchFamily="18" charset="0"/>
                <a:cs typeface="Times New Roman" panose="02020603050405020304" pitchFamily="18" charset="0"/>
              </a:rPr>
              <a:t>, Tabassum  Islam </a:t>
            </a:r>
            <a:r>
              <a:rPr lang="en-US" sz="3600" dirty="0" err="1">
                <a:solidFill>
                  <a:schemeClr val="bg1"/>
                </a:solidFill>
                <a:latin typeface="Times New Roman" panose="02020603050405020304" pitchFamily="18" charset="0"/>
                <a:cs typeface="Times New Roman" panose="02020603050405020304" pitchFamily="18" charset="0"/>
              </a:rPr>
              <a:t>Zimia</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Progga</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Banik</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Albari</a:t>
            </a:r>
            <a:r>
              <a:rPr lang="en-US" sz="3600" dirty="0">
                <a:solidFill>
                  <a:schemeClr val="bg1"/>
                </a:solidFill>
                <a:latin typeface="Times New Roman" panose="02020603050405020304" pitchFamily="18" charset="0"/>
                <a:cs typeface="Times New Roman" panose="02020603050405020304" pitchFamily="18" charset="0"/>
              </a:rPr>
              <a:t> Yasir Wahid</a:t>
            </a:r>
            <a:br>
              <a:rPr lang="en-US" sz="3600" b="1" kern="100" dirty="0">
                <a:solidFill>
                  <a:schemeClr val="bg2"/>
                </a:solidFill>
                <a:effectLst>
                  <a:outerShdw blurRad="38100" dist="38100" dir="2700000" algn="tl">
                    <a:srgbClr val="000000">
                      <a:alpha val="43137"/>
                    </a:srgbClr>
                  </a:outerShdw>
                </a:effectLst>
                <a:latin typeface="Times New Roman" panose="02020603050405020304" pitchFamily="18" charset="0"/>
                <a:ea typeface="Aptos" panose="020B0004020202020204" pitchFamily="34" charset="0"/>
                <a:cs typeface="Times New Roman" panose="02020603050405020304" pitchFamily="18" charset="0"/>
              </a:rPr>
            </a:br>
            <a:r>
              <a:rPr lang="en-US" sz="3600" kern="100" dirty="0">
                <a:solidFill>
                  <a:schemeClr val="bg2"/>
                </a:solidFill>
                <a:effectLst>
                  <a:outerShdw blurRad="38100" dist="38100" dir="2700000" algn="tl">
                    <a:srgbClr val="000000">
                      <a:alpha val="43137"/>
                    </a:srgbClr>
                  </a:outerShdw>
                </a:effectLst>
                <a:latin typeface="Times New Roman" panose="02020603050405020304" pitchFamily="18" charset="0"/>
                <a:ea typeface="Aptos" panose="020B0004020202020204" pitchFamily="34" charset="0"/>
                <a:cs typeface="Times New Roman" panose="02020603050405020304" pitchFamily="18" charset="0"/>
              </a:rPr>
              <a:t> </a:t>
            </a:r>
            <a:r>
              <a:rPr lang="en-US" sz="4800" b="1" kern="100" dirty="0">
                <a:solidFill>
                  <a:schemeClr val="bg2"/>
                </a:solidFill>
                <a:latin typeface="Times New Roman" panose="02020603050405020304" pitchFamily="18" charset="0"/>
                <a:ea typeface="Aptos" panose="020B0004020202020204" pitchFamily="34" charset="0"/>
                <a:cs typeface="Times New Roman" panose="02020603050405020304" pitchFamily="18" charset="0"/>
              </a:rPr>
              <a:t>American International University – Bangladesh, Dhaka 1229, Bangladesh</a:t>
            </a:r>
            <a:br>
              <a:rPr lang="en-US" sz="3600" kern="100" dirty="0">
                <a:solidFill>
                  <a:schemeClr val="bg2"/>
                </a:solidFill>
                <a:latin typeface="Arial Nova Cond" panose="020B0506020202020204" pitchFamily="34" charset="0"/>
                <a:ea typeface="Aptos" panose="020B0004020202020204" pitchFamily="34" charset="0"/>
                <a:cs typeface="Cordia New" panose="020B0304020202020204" pitchFamily="34" charset="-34"/>
              </a:rPr>
            </a:br>
            <a:br>
              <a:rPr lang="en-US" sz="3600" kern="100" dirty="0">
                <a:solidFill>
                  <a:schemeClr val="bg2"/>
                </a:solidFill>
                <a:latin typeface="Aptos" panose="020B0004020202020204" pitchFamily="34" charset="0"/>
                <a:ea typeface="Aptos" panose="020B0004020202020204" pitchFamily="34" charset="0"/>
                <a:cs typeface="Cordia New" panose="020B0304020202020204" pitchFamily="34" charset="-34"/>
              </a:rPr>
            </a:br>
            <a:r>
              <a:rPr lang="en-US" sz="4600" b="1" kern="100" dirty="0">
                <a:solidFill>
                  <a:schemeClr val="bg2"/>
                </a:solidFill>
                <a:latin typeface="Times New Roman" panose="02020603050405020304" pitchFamily="18" charset="0"/>
                <a:ea typeface="Aptos" panose="020B0004020202020204" pitchFamily="34" charset="0"/>
                <a:cs typeface="Times New Roman" panose="02020603050405020304" pitchFamily="18" charset="0"/>
              </a:rPr>
              <a:t>Group No: 03          Supervised By: DR. JANNATUL FERDUS</a:t>
            </a:r>
            <a:endParaRPr lang="en-US" sz="4600" b="1"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2993D871-6373-4455-8DA0-DD2858BB9A93}"/>
              </a:ext>
            </a:extLst>
          </p:cNvPr>
          <p:cNvSpPr txBox="1"/>
          <p:nvPr/>
        </p:nvSpPr>
        <p:spPr>
          <a:xfrm>
            <a:off x="10396359" y="23626393"/>
            <a:ext cx="10356607" cy="584775"/>
          </a:xfrm>
          <a:prstGeom prst="rect">
            <a:avLst/>
          </a:prstGeom>
          <a:noFill/>
        </p:spPr>
        <p:txBody>
          <a:bodyPr wrap="square" rtlCol="0">
            <a:spAutoFit/>
          </a:bodyPr>
          <a:lstStyle/>
          <a:p>
            <a:pPr marR="0" lvl="0" algn="ctr" defTabSz="914400" rtl="0" eaLnBrk="0" fontAlgn="base" latinLnBrk="0" hangingPunct="0">
              <a:lnSpc>
                <a:spcPct val="100000"/>
              </a:lnSpc>
              <a:spcBef>
                <a:spcPct val="0"/>
              </a:spcBef>
              <a:spcAft>
                <a:spcPct val="0"/>
              </a:spcAft>
              <a:buClrTx/>
              <a:buSzTx/>
              <a:tabLst/>
            </a:pPr>
            <a:r>
              <a:rPr kumimoji="0" lang="en-US" altLang="en-US" sz="3200" b="1" i="0"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Fig. 2: </a:t>
            </a:r>
            <a:r>
              <a:rPr lang="en-US" altLang="en-US" sz="3200" b="1" dirty="0">
                <a:solidFill>
                  <a:schemeClr val="accent5">
                    <a:lumMod val="50000"/>
                  </a:schemeClr>
                </a:solidFill>
                <a:latin typeface="Times New Roman" panose="02020603050405020304" pitchFamily="18" charset="0"/>
                <a:cs typeface="Times New Roman" panose="02020603050405020304" pitchFamily="18" charset="0"/>
              </a:rPr>
              <a:t>Pearson</a:t>
            </a:r>
            <a:r>
              <a:rPr kumimoji="0" lang="en-US" altLang="en-US" sz="3200" b="1" i="0"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lang="en-US" altLang="en-US" sz="3200" b="1" dirty="0">
                <a:solidFill>
                  <a:schemeClr val="accent5">
                    <a:lumMod val="50000"/>
                  </a:schemeClr>
                </a:solidFill>
                <a:latin typeface="Times New Roman" panose="02020603050405020304" pitchFamily="18" charset="0"/>
                <a:cs typeface="Times New Roman" panose="02020603050405020304" pitchFamily="18" charset="0"/>
              </a:rPr>
              <a:t>C</a:t>
            </a:r>
            <a:r>
              <a:rPr kumimoji="0" lang="en-US" altLang="en-US" sz="3200" b="1" i="0"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hi-Square test.</a:t>
            </a:r>
          </a:p>
        </p:txBody>
      </p:sp>
      <p:sp>
        <p:nvSpPr>
          <p:cNvPr id="54" name="Rectangle: Rounded Corners 53">
            <a:extLst>
              <a:ext uri="{FF2B5EF4-FFF2-40B4-BE49-F238E27FC236}">
                <a16:creationId xmlns:a16="http://schemas.microsoft.com/office/drawing/2014/main" id="{B9FD6D8D-DE62-4479-B8E3-5312A5715474}"/>
              </a:ext>
            </a:extLst>
          </p:cNvPr>
          <p:cNvSpPr/>
          <p:nvPr/>
        </p:nvSpPr>
        <p:spPr>
          <a:xfrm>
            <a:off x="661997" y="7869481"/>
            <a:ext cx="8867614" cy="6461293"/>
          </a:xfrm>
          <a:prstGeom prst="roundRect">
            <a:avLst>
              <a:gd name="adj" fmla="val 9528"/>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just">
              <a:lnSpc>
                <a:spcPct val="107000"/>
              </a:lnSpc>
              <a:spcAft>
                <a:spcPts val="619"/>
              </a:spcAft>
            </a:pPr>
            <a:r>
              <a:rPr lang="en-US" sz="3700" dirty="0">
                <a:latin typeface="Times New Roman" panose="02020603050405020304" pitchFamily="18" charset="0"/>
                <a:cs typeface="Times New Roman" panose="02020603050405020304" pitchFamily="18" charset="0"/>
              </a:rPr>
              <a:t>Cloud storage use has grown rapidly, but many users lack awareness of data protection mechanisms like encryption and privacy settings, exposing them to security risks. This study examines user awareness of data protection practices and how it varies based on experience, education, and trust in providers. The findings aim to support better data protection strategies and promote safer cloud adoption.</a:t>
            </a:r>
          </a:p>
        </p:txBody>
      </p:sp>
      <p:sp>
        <p:nvSpPr>
          <p:cNvPr id="58" name="Rectangle 57">
            <a:extLst>
              <a:ext uri="{FF2B5EF4-FFF2-40B4-BE49-F238E27FC236}">
                <a16:creationId xmlns:a16="http://schemas.microsoft.com/office/drawing/2014/main" id="{286DCA90-5BC8-47CD-94C6-BDE47F865C8E}"/>
              </a:ext>
            </a:extLst>
          </p:cNvPr>
          <p:cNvSpPr/>
          <p:nvPr/>
        </p:nvSpPr>
        <p:spPr>
          <a:xfrm>
            <a:off x="941091" y="14582056"/>
            <a:ext cx="4243081" cy="105531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59" name="TextBox 58">
            <a:extLst>
              <a:ext uri="{FF2B5EF4-FFF2-40B4-BE49-F238E27FC236}">
                <a16:creationId xmlns:a16="http://schemas.microsoft.com/office/drawing/2014/main" id="{0EB02C30-E44D-4C50-9058-2BD724C82EB0}"/>
              </a:ext>
            </a:extLst>
          </p:cNvPr>
          <p:cNvSpPr txBox="1"/>
          <p:nvPr/>
        </p:nvSpPr>
        <p:spPr>
          <a:xfrm>
            <a:off x="1259149" y="14686374"/>
            <a:ext cx="4328118" cy="923330"/>
          </a:xfrm>
          <a:prstGeom prst="rect">
            <a:avLst/>
          </a:prstGeom>
          <a:noFill/>
        </p:spPr>
        <p:txBody>
          <a:bodyPr wrap="square" rtlCol="0">
            <a:spAutoFit/>
          </a:bodyPr>
          <a:lstStyle/>
          <a:p>
            <a:r>
              <a:rPr lang="en-US" sz="5400" b="1" i="1" dirty="0">
                <a:latin typeface="Times New Roman" panose="02020603050405020304" pitchFamily="18" charset="0"/>
                <a:ea typeface="Aptos" panose="020B0004020202020204" pitchFamily="34" charset="0"/>
              </a:rPr>
              <a:t>Introduction</a:t>
            </a:r>
          </a:p>
        </p:txBody>
      </p:sp>
      <p:sp>
        <p:nvSpPr>
          <p:cNvPr id="60" name="Rectangle 59">
            <a:extLst>
              <a:ext uri="{FF2B5EF4-FFF2-40B4-BE49-F238E27FC236}">
                <a16:creationId xmlns:a16="http://schemas.microsoft.com/office/drawing/2014/main" id="{6559EE20-C761-42A9-9D90-3B455CC85032}"/>
              </a:ext>
            </a:extLst>
          </p:cNvPr>
          <p:cNvSpPr/>
          <p:nvPr/>
        </p:nvSpPr>
        <p:spPr>
          <a:xfrm>
            <a:off x="898573" y="25128785"/>
            <a:ext cx="4204996" cy="98938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62" name="TextBox 61">
            <a:extLst>
              <a:ext uri="{FF2B5EF4-FFF2-40B4-BE49-F238E27FC236}">
                <a16:creationId xmlns:a16="http://schemas.microsoft.com/office/drawing/2014/main" id="{82C4E057-CD0E-4FE6-B755-D50181DDF42A}"/>
              </a:ext>
            </a:extLst>
          </p:cNvPr>
          <p:cNvSpPr txBox="1"/>
          <p:nvPr/>
        </p:nvSpPr>
        <p:spPr>
          <a:xfrm>
            <a:off x="1406376" y="25156255"/>
            <a:ext cx="4328118" cy="923330"/>
          </a:xfrm>
          <a:prstGeom prst="rect">
            <a:avLst/>
          </a:prstGeom>
          <a:noFill/>
        </p:spPr>
        <p:txBody>
          <a:bodyPr wrap="square" rtlCol="0">
            <a:spAutoFit/>
          </a:bodyPr>
          <a:lstStyle/>
          <a:p>
            <a:r>
              <a:rPr lang="en-US" sz="5400" b="1" i="1" dirty="0">
                <a:latin typeface="Times New Roman" panose="02020603050405020304" pitchFamily="18" charset="0"/>
                <a:ea typeface="Aptos" panose="020B0004020202020204" pitchFamily="34" charset="0"/>
              </a:rPr>
              <a:t>Objectives</a:t>
            </a:r>
          </a:p>
        </p:txBody>
      </p:sp>
      <p:sp>
        <p:nvSpPr>
          <p:cNvPr id="63" name="Rectangle: Diagonal Corners Rounded 62">
            <a:extLst>
              <a:ext uri="{FF2B5EF4-FFF2-40B4-BE49-F238E27FC236}">
                <a16:creationId xmlns:a16="http://schemas.microsoft.com/office/drawing/2014/main" id="{BFBBD6BE-C479-4DE6-A95E-D44AAE252F79}"/>
              </a:ext>
            </a:extLst>
          </p:cNvPr>
          <p:cNvSpPr/>
          <p:nvPr/>
        </p:nvSpPr>
        <p:spPr>
          <a:xfrm>
            <a:off x="959246" y="28503525"/>
            <a:ext cx="8698522" cy="1932525"/>
          </a:xfrm>
          <a:prstGeom prst="round2Diag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571500" indent="-571500" algn="ctr">
              <a:buFont typeface="Arial" panose="020B0604020202020204" pitchFamily="34" charset="0"/>
              <a:buChar char="•"/>
            </a:pPr>
            <a:r>
              <a:rPr lang="en-US" sz="1400" dirty="0">
                <a:solidFill>
                  <a:schemeClr val="tx1"/>
                </a:solidFill>
                <a:latin typeface="Times New Roman"/>
                <a:cs typeface="Times New Roman"/>
              </a:rPr>
              <a:t>To analyze the necessary steps taken </a:t>
            </a:r>
            <a:r>
              <a:rPr lang="en-US" sz="1400" dirty="0" err="1">
                <a:solidFill>
                  <a:schemeClr val="tx1"/>
                </a:solidFill>
                <a:latin typeface="Times New Roman"/>
                <a:cs typeface="Times New Roman"/>
              </a:rPr>
              <a:t>byusers</a:t>
            </a:r>
            <a:r>
              <a:rPr lang="en-US" sz="1400" dirty="0">
                <a:solidFill>
                  <a:schemeClr val="tx1"/>
                </a:solidFill>
                <a:latin typeface="Times New Roman"/>
                <a:cs typeface="Times New Roman"/>
              </a:rPr>
              <a:t> to keep their personal data safe indifferent cloud services.</a:t>
            </a:r>
          </a:p>
        </p:txBody>
      </p:sp>
      <p:sp>
        <p:nvSpPr>
          <p:cNvPr id="66" name="Rectangle: Diagonal Corners Rounded 65">
            <a:extLst>
              <a:ext uri="{FF2B5EF4-FFF2-40B4-BE49-F238E27FC236}">
                <a16:creationId xmlns:a16="http://schemas.microsoft.com/office/drawing/2014/main" id="{5E6396DA-3D03-4429-B6BB-430B599B7D8A}"/>
              </a:ext>
            </a:extLst>
          </p:cNvPr>
          <p:cNvSpPr/>
          <p:nvPr/>
        </p:nvSpPr>
        <p:spPr>
          <a:xfrm>
            <a:off x="941620" y="30687880"/>
            <a:ext cx="8698522" cy="1932525"/>
          </a:xfrm>
          <a:prstGeom prst="round2Diag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1500" indent="-571500" algn="ctr">
              <a:buFont typeface="Arial" panose="020B0604020202020204" pitchFamily="34" charset="0"/>
              <a:buChar char="•"/>
            </a:pPr>
            <a:r>
              <a:rPr lang="en-US" sz="3600" dirty="0">
                <a:solidFill>
                  <a:schemeClr val="tx1"/>
                </a:solidFill>
                <a:latin typeface="Times New Roman" panose="02020603050405020304" pitchFamily="18" charset="0"/>
                <a:cs typeface="Times New Roman" panose="02020603050405020304" pitchFamily="18" charset="0"/>
              </a:rPr>
              <a:t>To analyze and compare the data by doing Chi-Square Value test to find out their significance and relations with others.</a:t>
            </a:r>
          </a:p>
        </p:txBody>
      </p:sp>
      <p:sp>
        <p:nvSpPr>
          <p:cNvPr id="68" name="Rectangle 67">
            <a:extLst>
              <a:ext uri="{FF2B5EF4-FFF2-40B4-BE49-F238E27FC236}">
                <a16:creationId xmlns:a16="http://schemas.microsoft.com/office/drawing/2014/main" id="{6468DABD-C465-48E8-BCF6-037E789BED65}"/>
              </a:ext>
            </a:extLst>
          </p:cNvPr>
          <p:cNvSpPr/>
          <p:nvPr/>
        </p:nvSpPr>
        <p:spPr>
          <a:xfrm>
            <a:off x="863293" y="32977968"/>
            <a:ext cx="4320875" cy="98938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51" name="TextBox 50">
            <a:extLst>
              <a:ext uri="{FF2B5EF4-FFF2-40B4-BE49-F238E27FC236}">
                <a16:creationId xmlns:a16="http://schemas.microsoft.com/office/drawing/2014/main" id="{C7E2F4A2-E9A9-F8A4-F2DF-ADF9A85F1458}"/>
              </a:ext>
            </a:extLst>
          </p:cNvPr>
          <p:cNvSpPr txBox="1"/>
          <p:nvPr/>
        </p:nvSpPr>
        <p:spPr>
          <a:xfrm>
            <a:off x="1118317" y="33003337"/>
            <a:ext cx="4609781" cy="923330"/>
          </a:xfrm>
          <a:prstGeom prst="rect">
            <a:avLst/>
          </a:prstGeom>
          <a:noFill/>
        </p:spPr>
        <p:txBody>
          <a:bodyPr wrap="square" rtlCol="0">
            <a:spAutoFit/>
          </a:bodyPr>
          <a:lstStyle/>
          <a:p>
            <a:r>
              <a:rPr lang="en-US" sz="5400" b="1" i="1" dirty="0">
                <a:latin typeface="Times New Roman" panose="02020603050405020304" pitchFamily="18" charset="0"/>
                <a:ea typeface="Aptos" panose="020B0004020202020204" pitchFamily="34" charset="0"/>
              </a:rPr>
              <a:t>Methodology</a:t>
            </a:r>
          </a:p>
        </p:txBody>
      </p:sp>
      <p:sp>
        <p:nvSpPr>
          <p:cNvPr id="8" name="TextBox 7">
            <a:extLst>
              <a:ext uri="{FF2B5EF4-FFF2-40B4-BE49-F238E27FC236}">
                <a16:creationId xmlns:a16="http://schemas.microsoft.com/office/drawing/2014/main" id="{D39EF71E-BD6E-489F-B35D-5D456D366E49}"/>
              </a:ext>
            </a:extLst>
          </p:cNvPr>
          <p:cNvSpPr txBox="1"/>
          <p:nvPr/>
        </p:nvSpPr>
        <p:spPr>
          <a:xfrm>
            <a:off x="1090287" y="34832356"/>
            <a:ext cx="8166320" cy="2308324"/>
          </a:xfrm>
          <a:prstGeom prst="rect">
            <a:avLst/>
          </a:prstGeom>
          <a:noFill/>
        </p:spPr>
        <p:txBody>
          <a:bodyPr wrap="square" rtlCol="0">
            <a:spAutoFit/>
          </a:bodyPr>
          <a:lstStyle/>
          <a:p>
            <a:pPr algn="just"/>
            <a:r>
              <a:rPr lang="en-US" sz="3600" dirty="0">
                <a:latin typeface="Times New Roman" panose="02020603050405020304" pitchFamily="18" charset="0"/>
                <a:cs typeface="Times New Roman" panose="02020603050405020304" pitchFamily="18" charset="0"/>
              </a:rPr>
              <a:t>A structured online survey was created in Google Forms with both multiple-choice focusing on cloud storage services and what the user knows about them.</a:t>
            </a:r>
            <a:endParaRPr lang="en-US" sz="3600" dirty="0"/>
          </a:p>
        </p:txBody>
      </p:sp>
      <p:pic>
        <p:nvPicPr>
          <p:cNvPr id="1028" name="Picture 4" descr="Forms response chart. Question title: How would you rate your overall knowledge of cloud storage security?. Number of responses: 133 responses.">
            <a:extLst>
              <a:ext uri="{FF2B5EF4-FFF2-40B4-BE49-F238E27FC236}">
                <a16:creationId xmlns:a16="http://schemas.microsoft.com/office/drawing/2014/main" id="{D4EF3A42-2D02-442F-9631-1AE627AF733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5331"/>
          <a:stretch/>
        </p:blipFill>
        <p:spPr bwMode="auto">
          <a:xfrm>
            <a:off x="11050953" y="7924326"/>
            <a:ext cx="8534400" cy="449463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418160D-C80D-44DE-B49E-50AA9920D397}"/>
              </a:ext>
            </a:extLst>
          </p:cNvPr>
          <p:cNvSpPr txBox="1"/>
          <p:nvPr/>
        </p:nvSpPr>
        <p:spPr>
          <a:xfrm>
            <a:off x="10704701" y="13715999"/>
            <a:ext cx="9457819" cy="5632311"/>
          </a:xfrm>
          <a:prstGeom prst="rect">
            <a:avLst/>
          </a:prstGeom>
          <a:noFill/>
        </p:spPr>
        <p:txBody>
          <a:bodyPr wrap="square" rtlCol="0">
            <a:spAutoFit/>
          </a:bodyPr>
          <a:lstStyle/>
          <a:p>
            <a:pPr algn="just"/>
            <a:r>
              <a:rPr lang="en-US" sz="3600" dirty="0">
                <a:latin typeface="Times New Roman" panose="02020603050405020304" pitchFamily="18" charset="0"/>
                <a:cs typeface="Times New Roman" panose="02020603050405020304" pitchFamily="18" charset="0"/>
              </a:rPr>
              <a:t>From the survey, a total of 133 responses were collected where majority of the responders were student (92.5%). About 94% of them had basic to excellent overall knowledge on Cloud Storage Services and 91% knew about Data Encryption.</a:t>
            </a:r>
          </a:p>
          <a:p>
            <a:pPr algn="just"/>
            <a:r>
              <a:rPr lang="en-US" sz="3600" dirty="0">
                <a:latin typeface="Times New Roman" panose="02020603050405020304" pitchFamily="18" charset="0"/>
                <a:cs typeface="Times New Roman" panose="02020603050405020304" pitchFamily="18" charset="0"/>
              </a:rPr>
              <a:t>But in terms of security practices, only 29.3% of users turns on their multi factor authentication of their cloud storage account, only 14.3% changes the password regularly and 30% of the users backs up their data on another location.  </a:t>
            </a:r>
          </a:p>
        </p:txBody>
      </p:sp>
      <p:graphicFrame>
        <p:nvGraphicFramePr>
          <p:cNvPr id="15" name="Table 14">
            <a:extLst>
              <a:ext uri="{FF2B5EF4-FFF2-40B4-BE49-F238E27FC236}">
                <a16:creationId xmlns:a16="http://schemas.microsoft.com/office/drawing/2014/main" id="{510BCA1D-7A1D-4AD7-949C-5FA82861DE4B}"/>
              </a:ext>
            </a:extLst>
          </p:cNvPr>
          <p:cNvGraphicFramePr>
            <a:graphicFrameLocks noGrp="1"/>
          </p:cNvGraphicFramePr>
          <p:nvPr>
            <p:extLst>
              <p:ext uri="{D42A27DB-BD31-4B8C-83A1-F6EECF244321}">
                <p14:modId xmlns:p14="http://schemas.microsoft.com/office/powerpoint/2010/main" val="1468991440"/>
              </p:ext>
            </p:extLst>
          </p:nvPr>
        </p:nvGraphicFramePr>
        <p:xfrm>
          <a:off x="10740639" y="25120277"/>
          <a:ext cx="9385941" cy="16139825"/>
        </p:xfrm>
        <a:graphic>
          <a:graphicData uri="http://schemas.openxmlformats.org/drawingml/2006/table">
            <a:tbl>
              <a:tblPr>
                <a:tableStyleId>{5C22544A-7EE6-4342-B048-85BDC9FD1C3A}</a:tableStyleId>
              </a:tblPr>
              <a:tblGrid>
                <a:gridCol w="2334511">
                  <a:extLst>
                    <a:ext uri="{9D8B030D-6E8A-4147-A177-3AD203B41FA5}">
                      <a16:colId xmlns:a16="http://schemas.microsoft.com/office/drawing/2014/main" val="1418167658"/>
                    </a:ext>
                  </a:extLst>
                </a:gridCol>
                <a:gridCol w="1780559">
                  <a:extLst>
                    <a:ext uri="{9D8B030D-6E8A-4147-A177-3AD203B41FA5}">
                      <a16:colId xmlns:a16="http://schemas.microsoft.com/office/drawing/2014/main" val="3029162508"/>
                    </a:ext>
                  </a:extLst>
                </a:gridCol>
                <a:gridCol w="1492129">
                  <a:extLst>
                    <a:ext uri="{9D8B030D-6E8A-4147-A177-3AD203B41FA5}">
                      <a16:colId xmlns:a16="http://schemas.microsoft.com/office/drawing/2014/main" val="2476203096"/>
                    </a:ext>
                  </a:extLst>
                </a:gridCol>
                <a:gridCol w="3778742">
                  <a:extLst>
                    <a:ext uri="{9D8B030D-6E8A-4147-A177-3AD203B41FA5}">
                      <a16:colId xmlns:a16="http://schemas.microsoft.com/office/drawing/2014/main" val="1842683890"/>
                    </a:ext>
                  </a:extLst>
                </a:gridCol>
              </a:tblGrid>
              <a:tr h="1235419">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Comparison Category</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solidFill>
                      <a:schemeClr val="accent5"/>
                    </a:solidFill>
                  </a:tcPr>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Chi-Square Value (</a:t>
                      </a:r>
                      <a:r>
                        <a:rPr lang="el-GR" sz="2800" kern="100">
                          <a:effectLst/>
                          <a:latin typeface="Times New Roman" panose="02020603050405020304" pitchFamily="18" charset="0"/>
                          <a:cs typeface="Times New Roman" panose="02020603050405020304" pitchFamily="18" charset="0"/>
                        </a:rPr>
                        <a:t>χ²</a:t>
                      </a:r>
                      <a:r>
                        <a:rPr lang="en-US" sz="2800" kern="100">
                          <a:effectLst/>
                          <a:latin typeface="Times New Roman" panose="02020603050405020304" pitchFamily="18" charset="0"/>
                          <a:cs typeface="Times New Roman" panose="02020603050405020304" pitchFamily="18" charset="0"/>
                        </a:rPr>
                        <a:t>)</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solidFill>
                      <a:schemeClr val="accent5"/>
                    </a:solidFill>
                  </a:tcPr>
                </a:tc>
                <a:tc>
                  <a:txBody>
                    <a:bodyPr/>
                    <a:lstStyle/>
                    <a:p>
                      <a:pPr marL="0" marR="0" algn="ctr">
                        <a:lnSpc>
                          <a:spcPct val="107000"/>
                        </a:lnSpc>
                        <a:spcBef>
                          <a:spcPts val="0"/>
                        </a:spcBef>
                        <a:spcAft>
                          <a:spcPts val="800"/>
                        </a:spcAft>
                      </a:pPr>
                      <a:r>
                        <a:rPr lang="en-US" sz="2800" kern="100" dirty="0">
                          <a:effectLst/>
                          <a:latin typeface="Times New Roman" panose="02020603050405020304" pitchFamily="18" charset="0"/>
                          <a:cs typeface="Times New Roman" panose="02020603050405020304" pitchFamily="18" charset="0"/>
                        </a:rPr>
                        <a:t>p-value</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solidFill>
                      <a:schemeClr val="accent5"/>
                    </a:solidFill>
                  </a:tcPr>
                </a:tc>
                <a:tc>
                  <a:txBody>
                    <a:bodyPr/>
                    <a:lstStyle/>
                    <a:p>
                      <a:pPr marL="0" marR="0" algn="ctr">
                        <a:lnSpc>
                          <a:spcPct val="107000"/>
                        </a:lnSpc>
                        <a:spcBef>
                          <a:spcPts val="0"/>
                        </a:spcBef>
                        <a:spcAft>
                          <a:spcPts val="800"/>
                        </a:spcAft>
                      </a:pPr>
                      <a:r>
                        <a:rPr lang="en-US" sz="2800" kern="100" dirty="0">
                          <a:effectLst/>
                          <a:latin typeface="Times New Roman" panose="02020603050405020304" pitchFamily="18" charset="0"/>
                          <a:cs typeface="Times New Roman" panose="02020603050405020304" pitchFamily="18" charset="0"/>
                        </a:rPr>
                        <a:t>Interpretation</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solidFill>
                      <a:schemeClr val="accent5"/>
                    </a:solidFill>
                  </a:tcPr>
                </a:tc>
                <a:extLst>
                  <a:ext uri="{0D108BD9-81ED-4DB2-BD59-A6C34878D82A}">
                    <a16:rowId xmlns:a16="http://schemas.microsoft.com/office/drawing/2014/main" val="115762548"/>
                  </a:ext>
                </a:extLst>
              </a:tr>
              <a:tr h="1235419">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Gender vs Updating Password</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12.672</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0.005</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Ho is rejected.  There is a significant association between gender and updating password of CSS.</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extLst>
                  <a:ext uri="{0D108BD9-81ED-4DB2-BD59-A6C34878D82A}">
                    <a16:rowId xmlns:a16="http://schemas.microsoft.com/office/drawing/2014/main" val="2602782324"/>
                  </a:ext>
                </a:extLst>
              </a:tr>
              <a:tr h="1235419">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Age vs Device Used to access Cloud Storage Services</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19.852</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0.019</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Ho is rejected.  There is a significant association between age and device they use to access Cloud Storages.</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extLst>
                  <a:ext uri="{0D108BD9-81ED-4DB2-BD59-A6C34878D82A}">
                    <a16:rowId xmlns:a16="http://schemas.microsoft.com/office/drawing/2014/main" val="1258569398"/>
                  </a:ext>
                </a:extLst>
              </a:tr>
              <a:tr h="1191558">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Occupation vs Suspicious Activity</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25.508</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0.013</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dirty="0">
                          <a:effectLst/>
                          <a:latin typeface="Times New Roman" panose="02020603050405020304" pitchFamily="18" charset="0"/>
                          <a:cs typeface="Times New Roman" panose="02020603050405020304" pitchFamily="18" charset="0"/>
                        </a:rPr>
                        <a:t>Ho is rejected.  There is a significant association between occupation and clicking on suspicious links</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extLst>
                  <a:ext uri="{0D108BD9-81ED-4DB2-BD59-A6C34878D82A}">
                    <a16:rowId xmlns:a16="http://schemas.microsoft.com/office/drawing/2014/main" val="2813674150"/>
                  </a:ext>
                </a:extLst>
              </a:tr>
              <a:tr h="906461">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Income vs Data Breach Experience</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140.595</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0.000</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dirty="0">
                          <a:effectLst/>
                          <a:latin typeface="Times New Roman" panose="02020603050405020304" pitchFamily="18" charset="0"/>
                          <a:cs typeface="Times New Roman" panose="02020603050405020304" pitchFamily="18" charset="0"/>
                        </a:rPr>
                        <a:t>There is highly significant association between income and data breach exp. </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extLst>
                  <a:ext uri="{0D108BD9-81ED-4DB2-BD59-A6C34878D82A}">
                    <a16:rowId xmlns:a16="http://schemas.microsoft.com/office/drawing/2014/main" val="493675284"/>
                  </a:ext>
                </a:extLst>
              </a:tr>
              <a:tr h="1169627">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Age vs Version Used</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15.735</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0.001</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Ho is rejected.  There is a significant association between age vs which version of cloud storage they use</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extLst>
                  <a:ext uri="{0D108BD9-81ED-4DB2-BD59-A6C34878D82A}">
                    <a16:rowId xmlns:a16="http://schemas.microsoft.com/office/drawing/2014/main" val="3774786329"/>
                  </a:ext>
                </a:extLst>
              </a:tr>
              <a:tr h="1031952">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Income vs Version Used</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13.506</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0.009</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There is a significant association between income vs which version of cloud storage they use</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extLst>
                  <a:ext uri="{0D108BD9-81ED-4DB2-BD59-A6C34878D82A}">
                    <a16:rowId xmlns:a16="http://schemas.microsoft.com/office/drawing/2014/main" val="668699054"/>
                  </a:ext>
                </a:extLst>
              </a:tr>
              <a:tr h="1031952">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Income vs Usage Pattern</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152.026</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a:effectLst/>
                          <a:latin typeface="Times New Roman" panose="02020603050405020304" pitchFamily="18" charset="0"/>
                          <a:cs typeface="Times New Roman" panose="02020603050405020304" pitchFamily="18" charset="0"/>
                        </a:rPr>
                        <a:t>0.000</a:t>
                      </a:r>
                      <a:endParaRPr lang="en-US"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2800" kern="100" dirty="0">
                          <a:effectLst/>
                          <a:latin typeface="Times New Roman" panose="02020603050405020304" pitchFamily="18" charset="0"/>
                          <a:cs typeface="Times New Roman" panose="02020603050405020304" pitchFamily="18" charset="0"/>
                        </a:rPr>
                        <a:t>There is highly significant association between income and what type of data they store on the cloud.</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extLst>
                  <a:ext uri="{0D108BD9-81ED-4DB2-BD59-A6C34878D82A}">
                    <a16:rowId xmlns:a16="http://schemas.microsoft.com/office/drawing/2014/main" val="1945748634"/>
                  </a:ext>
                </a:extLst>
              </a:tr>
            </a:tbl>
          </a:graphicData>
        </a:graphic>
      </p:graphicFrame>
      <p:pic>
        <p:nvPicPr>
          <p:cNvPr id="17" name="Picture 16">
            <a:extLst>
              <a:ext uri="{FF2B5EF4-FFF2-40B4-BE49-F238E27FC236}">
                <a16:creationId xmlns:a16="http://schemas.microsoft.com/office/drawing/2014/main" id="{0DB40A2F-D633-472B-98E2-C36078AD4ECA}"/>
              </a:ext>
            </a:extLst>
          </p:cNvPr>
          <p:cNvPicPr>
            <a:picLocks noChangeAspect="1"/>
          </p:cNvPicPr>
          <p:nvPr/>
        </p:nvPicPr>
        <p:blipFill rotWithShape="1">
          <a:blip r:embed="rId5">
            <a:extLst>
              <a:ext uri="{28A0092B-C50C-407E-A947-70E740481C1C}">
                <a14:useLocalDpi xmlns:a14="http://schemas.microsoft.com/office/drawing/2010/main" val="0"/>
              </a:ext>
            </a:extLst>
          </a:blip>
          <a:srcRect l="30940" t="65815" r="13873" b="6399"/>
          <a:stretch/>
        </p:blipFill>
        <p:spPr>
          <a:xfrm>
            <a:off x="10866236" y="19655555"/>
            <a:ext cx="8879909" cy="3548687"/>
          </a:xfrm>
          <a:prstGeom prst="rect">
            <a:avLst/>
          </a:prstGeom>
          <a:ln>
            <a:solidFill>
              <a:schemeClr val="tx1"/>
            </a:solidFill>
          </a:ln>
        </p:spPr>
      </p:pic>
      <p:graphicFrame>
        <p:nvGraphicFramePr>
          <p:cNvPr id="18" name="Table 17">
            <a:extLst>
              <a:ext uri="{FF2B5EF4-FFF2-40B4-BE49-F238E27FC236}">
                <a16:creationId xmlns:a16="http://schemas.microsoft.com/office/drawing/2014/main" id="{6DEC74F1-E96F-4BC2-AA4B-1FE201823D31}"/>
              </a:ext>
            </a:extLst>
          </p:cNvPr>
          <p:cNvGraphicFramePr>
            <a:graphicFrameLocks noGrp="1"/>
          </p:cNvGraphicFramePr>
          <p:nvPr>
            <p:extLst>
              <p:ext uri="{D42A27DB-BD31-4B8C-83A1-F6EECF244321}">
                <p14:modId xmlns:p14="http://schemas.microsoft.com/office/powerpoint/2010/main" val="2108234664"/>
              </p:ext>
            </p:extLst>
          </p:nvPr>
        </p:nvGraphicFramePr>
        <p:xfrm>
          <a:off x="21568081" y="8375655"/>
          <a:ext cx="7976467" cy="4129824"/>
        </p:xfrm>
        <a:graphic>
          <a:graphicData uri="http://schemas.openxmlformats.org/drawingml/2006/table">
            <a:tbl>
              <a:tblPr>
                <a:tableStyleId>{5C22544A-7EE6-4342-B048-85BDC9FD1C3A}</a:tableStyleId>
              </a:tblPr>
              <a:tblGrid>
                <a:gridCol w="1786300">
                  <a:extLst>
                    <a:ext uri="{9D8B030D-6E8A-4147-A177-3AD203B41FA5}">
                      <a16:colId xmlns:a16="http://schemas.microsoft.com/office/drawing/2014/main" val="160031520"/>
                    </a:ext>
                  </a:extLst>
                </a:gridCol>
                <a:gridCol w="1541695">
                  <a:extLst>
                    <a:ext uri="{9D8B030D-6E8A-4147-A177-3AD203B41FA5}">
                      <a16:colId xmlns:a16="http://schemas.microsoft.com/office/drawing/2014/main" val="544794958"/>
                    </a:ext>
                  </a:extLst>
                </a:gridCol>
                <a:gridCol w="1754141">
                  <a:extLst>
                    <a:ext uri="{9D8B030D-6E8A-4147-A177-3AD203B41FA5}">
                      <a16:colId xmlns:a16="http://schemas.microsoft.com/office/drawing/2014/main" val="1977788134"/>
                    </a:ext>
                  </a:extLst>
                </a:gridCol>
                <a:gridCol w="1403312">
                  <a:extLst>
                    <a:ext uri="{9D8B030D-6E8A-4147-A177-3AD203B41FA5}">
                      <a16:colId xmlns:a16="http://schemas.microsoft.com/office/drawing/2014/main" val="912087175"/>
                    </a:ext>
                  </a:extLst>
                </a:gridCol>
                <a:gridCol w="1491019">
                  <a:extLst>
                    <a:ext uri="{9D8B030D-6E8A-4147-A177-3AD203B41FA5}">
                      <a16:colId xmlns:a16="http://schemas.microsoft.com/office/drawing/2014/main" val="3074422415"/>
                    </a:ext>
                  </a:extLst>
                </a:gridCol>
              </a:tblGrid>
              <a:tr h="1664046">
                <a:tc>
                  <a:txBody>
                    <a:bodyPr/>
                    <a:lstStyle/>
                    <a:p>
                      <a:pPr marL="0" marR="0" algn="ctr">
                        <a:lnSpc>
                          <a:spcPct val="107000"/>
                        </a:lnSpc>
                        <a:spcBef>
                          <a:spcPts val="0"/>
                        </a:spcBef>
                        <a:spcAft>
                          <a:spcPts val="800"/>
                        </a:spcAft>
                      </a:pPr>
                      <a:r>
                        <a:rPr lang="en-US" sz="3400" b="1" kern="100">
                          <a:effectLst/>
                          <a:latin typeface="Times New Roman" panose="02020603050405020304" pitchFamily="18" charset="0"/>
                          <a:cs typeface="Times New Roman" panose="02020603050405020304" pitchFamily="18" charset="0"/>
                        </a:rPr>
                        <a:t>Gender</a:t>
                      </a:r>
                      <a:endParaRPr lang="en-US" sz="34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solidFill>
                      <a:schemeClr val="accent5"/>
                    </a:solidFill>
                  </a:tcPr>
                </a:tc>
                <a:tc>
                  <a:txBody>
                    <a:bodyPr/>
                    <a:lstStyle/>
                    <a:p>
                      <a:pPr marL="0" marR="0" algn="ctr">
                        <a:lnSpc>
                          <a:spcPct val="107000"/>
                        </a:lnSpc>
                        <a:spcBef>
                          <a:spcPts val="0"/>
                        </a:spcBef>
                        <a:spcAft>
                          <a:spcPts val="800"/>
                        </a:spcAft>
                      </a:pPr>
                      <a:r>
                        <a:rPr lang="en-US" sz="3400" b="1" kern="100">
                          <a:effectLst/>
                          <a:latin typeface="Times New Roman" panose="02020603050405020304" pitchFamily="18" charset="0"/>
                          <a:cs typeface="Times New Roman" panose="02020603050405020304" pitchFamily="18" charset="0"/>
                        </a:rPr>
                        <a:t>Every Month</a:t>
                      </a:r>
                      <a:endParaRPr lang="en-US" sz="34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solidFill>
                      <a:schemeClr val="accent5"/>
                    </a:solidFill>
                  </a:tcPr>
                </a:tc>
                <a:tc>
                  <a:txBody>
                    <a:bodyPr/>
                    <a:lstStyle/>
                    <a:p>
                      <a:pPr marL="0" marR="0" algn="ctr">
                        <a:lnSpc>
                          <a:spcPct val="107000"/>
                        </a:lnSpc>
                        <a:spcBef>
                          <a:spcPts val="0"/>
                        </a:spcBef>
                        <a:spcAft>
                          <a:spcPts val="800"/>
                        </a:spcAft>
                      </a:pPr>
                      <a:r>
                        <a:rPr lang="en-US" sz="3400" b="1" kern="100">
                          <a:effectLst/>
                          <a:latin typeface="Times New Roman" panose="02020603050405020304" pitchFamily="18" charset="0"/>
                          <a:cs typeface="Times New Roman" panose="02020603050405020304" pitchFamily="18" charset="0"/>
                        </a:rPr>
                        <a:t>Every 3 -6 Months</a:t>
                      </a:r>
                      <a:endParaRPr lang="en-US" sz="34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solidFill>
                      <a:schemeClr val="accent5"/>
                    </a:solidFill>
                  </a:tcPr>
                </a:tc>
                <a:tc>
                  <a:txBody>
                    <a:bodyPr/>
                    <a:lstStyle/>
                    <a:p>
                      <a:pPr marL="0" marR="0" algn="ctr">
                        <a:lnSpc>
                          <a:spcPct val="107000"/>
                        </a:lnSpc>
                        <a:spcBef>
                          <a:spcPts val="0"/>
                        </a:spcBef>
                        <a:spcAft>
                          <a:spcPts val="800"/>
                        </a:spcAft>
                      </a:pPr>
                      <a:r>
                        <a:rPr lang="en-US" sz="3400" b="1" kern="100" dirty="0">
                          <a:effectLst/>
                          <a:latin typeface="Times New Roman" panose="02020603050405020304" pitchFamily="18" charset="0"/>
                          <a:cs typeface="Times New Roman" panose="02020603050405020304" pitchFamily="18" charset="0"/>
                        </a:rPr>
                        <a:t>Once a year</a:t>
                      </a:r>
                      <a:endParaRPr lang="en-US" sz="3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solidFill>
                      <a:schemeClr val="accent5"/>
                    </a:solidFill>
                  </a:tcPr>
                </a:tc>
                <a:tc>
                  <a:txBody>
                    <a:bodyPr/>
                    <a:lstStyle/>
                    <a:p>
                      <a:pPr marL="0" marR="0" algn="ctr">
                        <a:lnSpc>
                          <a:spcPct val="107000"/>
                        </a:lnSpc>
                        <a:spcBef>
                          <a:spcPts val="0"/>
                        </a:spcBef>
                        <a:spcAft>
                          <a:spcPts val="800"/>
                        </a:spcAft>
                      </a:pPr>
                      <a:r>
                        <a:rPr lang="en-US" sz="3400" b="1" kern="100" dirty="0">
                          <a:effectLst/>
                          <a:latin typeface="Times New Roman" panose="02020603050405020304" pitchFamily="18" charset="0"/>
                          <a:cs typeface="Times New Roman" panose="02020603050405020304" pitchFamily="18" charset="0"/>
                        </a:rPr>
                        <a:t>Never</a:t>
                      </a:r>
                      <a:endParaRPr lang="en-US" sz="34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solidFill>
                      <a:schemeClr val="accent5"/>
                    </a:solidFill>
                  </a:tcPr>
                </a:tc>
                <a:extLst>
                  <a:ext uri="{0D108BD9-81ED-4DB2-BD59-A6C34878D82A}">
                    <a16:rowId xmlns:a16="http://schemas.microsoft.com/office/drawing/2014/main" val="2392551419"/>
                  </a:ext>
                </a:extLst>
              </a:tr>
              <a:tr h="1232889">
                <a:tc>
                  <a:txBody>
                    <a:bodyPr/>
                    <a:lstStyle/>
                    <a:p>
                      <a:pPr marL="0" marR="0" algn="ctr">
                        <a:lnSpc>
                          <a:spcPct val="107000"/>
                        </a:lnSpc>
                        <a:spcBef>
                          <a:spcPts val="0"/>
                        </a:spcBef>
                        <a:spcAft>
                          <a:spcPts val="800"/>
                        </a:spcAft>
                      </a:pPr>
                      <a:r>
                        <a:rPr lang="en-US" sz="3600" kern="100">
                          <a:effectLst/>
                          <a:latin typeface="Times New Roman" panose="02020603050405020304" pitchFamily="18" charset="0"/>
                          <a:cs typeface="Times New Roman" panose="02020603050405020304" pitchFamily="18" charset="0"/>
                        </a:rPr>
                        <a:t>Male</a:t>
                      </a:r>
                      <a:endParaRPr lang="en-US" sz="3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3600" kern="100">
                          <a:effectLst/>
                          <a:latin typeface="Times New Roman" panose="02020603050405020304" pitchFamily="18" charset="0"/>
                          <a:cs typeface="Times New Roman" panose="02020603050405020304" pitchFamily="18" charset="0"/>
                        </a:rPr>
                        <a:t>12.8%</a:t>
                      </a:r>
                      <a:endParaRPr lang="en-US" sz="3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3600" kern="100">
                          <a:effectLst/>
                          <a:latin typeface="Times New Roman" panose="02020603050405020304" pitchFamily="18" charset="0"/>
                          <a:cs typeface="Times New Roman" panose="02020603050405020304" pitchFamily="18" charset="0"/>
                        </a:rPr>
                        <a:t>20.3%</a:t>
                      </a:r>
                      <a:endParaRPr lang="en-US" sz="3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3600" kern="100">
                          <a:effectLst/>
                          <a:latin typeface="Times New Roman" panose="02020603050405020304" pitchFamily="18" charset="0"/>
                          <a:cs typeface="Times New Roman" panose="02020603050405020304" pitchFamily="18" charset="0"/>
                        </a:rPr>
                        <a:t>9%</a:t>
                      </a:r>
                      <a:endParaRPr lang="en-US" sz="3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3600" kern="100">
                          <a:effectLst/>
                          <a:latin typeface="Times New Roman" panose="02020603050405020304" pitchFamily="18" charset="0"/>
                          <a:cs typeface="Times New Roman" panose="02020603050405020304" pitchFamily="18" charset="0"/>
                        </a:rPr>
                        <a:t>22.6%</a:t>
                      </a:r>
                      <a:endParaRPr lang="en-US" sz="3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413397001"/>
                  </a:ext>
                </a:extLst>
              </a:tr>
              <a:tr h="1232889">
                <a:tc>
                  <a:txBody>
                    <a:bodyPr/>
                    <a:lstStyle/>
                    <a:p>
                      <a:pPr marL="0" marR="0" algn="ctr">
                        <a:lnSpc>
                          <a:spcPct val="107000"/>
                        </a:lnSpc>
                        <a:spcBef>
                          <a:spcPts val="0"/>
                        </a:spcBef>
                        <a:spcAft>
                          <a:spcPts val="800"/>
                        </a:spcAft>
                      </a:pPr>
                      <a:r>
                        <a:rPr lang="en-US" sz="3600" kern="100">
                          <a:effectLst/>
                          <a:latin typeface="Times New Roman" panose="02020603050405020304" pitchFamily="18" charset="0"/>
                          <a:cs typeface="Times New Roman" panose="02020603050405020304" pitchFamily="18" charset="0"/>
                        </a:rPr>
                        <a:t>Female</a:t>
                      </a:r>
                      <a:endParaRPr lang="en-US" sz="3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3600" kern="100">
                          <a:effectLst/>
                          <a:latin typeface="Times New Roman" panose="02020603050405020304" pitchFamily="18" charset="0"/>
                          <a:cs typeface="Times New Roman" panose="02020603050405020304" pitchFamily="18" charset="0"/>
                        </a:rPr>
                        <a:t>1.5%</a:t>
                      </a:r>
                      <a:endParaRPr lang="en-US" sz="3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3600" kern="100" dirty="0">
                          <a:effectLst/>
                          <a:latin typeface="Times New Roman" panose="02020603050405020304" pitchFamily="18" charset="0"/>
                          <a:cs typeface="Times New Roman" panose="02020603050405020304" pitchFamily="18" charset="0"/>
                        </a:rPr>
                        <a:t>13.5%</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3600" kern="100" dirty="0">
                          <a:effectLst/>
                          <a:latin typeface="Times New Roman" panose="02020603050405020304" pitchFamily="18" charset="0"/>
                          <a:cs typeface="Times New Roman" panose="02020603050405020304" pitchFamily="18" charset="0"/>
                        </a:rPr>
                        <a:t>12%</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620" marR="7620" marT="7620" marB="0"/>
                </a:tc>
                <a:tc>
                  <a:txBody>
                    <a:bodyPr/>
                    <a:lstStyle/>
                    <a:p>
                      <a:pPr marL="0" marR="0" algn="ctr">
                        <a:lnSpc>
                          <a:spcPct val="107000"/>
                        </a:lnSpc>
                        <a:spcBef>
                          <a:spcPts val="0"/>
                        </a:spcBef>
                        <a:spcAft>
                          <a:spcPts val="800"/>
                        </a:spcAft>
                      </a:pPr>
                      <a:r>
                        <a:rPr lang="en-US" sz="3600" kern="100" dirty="0">
                          <a:effectLst/>
                          <a:latin typeface="Times New Roman" panose="02020603050405020304" pitchFamily="18" charset="0"/>
                          <a:cs typeface="Times New Roman" panose="02020603050405020304" pitchFamily="18" charset="0"/>
                        </a:rPr>
                        <a:t>8.3%</a:t>
                      </a:r>
                      <a:endParaRPr lang="en-US" sz="3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276037510"/>
                  </a:ext>
                </a:extLst>
              </a:tr>
            </a:tbl>
          </a:graphicData>
        </a:graphic>
      </p:graphicFrame>
      <p:sp>
        <p:nvSpPr>
          <p:cNvPr id="73" name="TextBox 72">
            <a:extLst>
              <a:ext uri="{FF2B5EF4-FFF2-40B4-BE49-F238E27FC236}">
                <a16:creationId xmlns:a16="http://schemas.microsoft.com/office/drawing/2014/main" id="{53B5F1D5-D2DB-47DC-93A8-BA390C12FB75}"/>
              </a:ext>
            </a:extLst>
          </p:cNvPr>
          <p:cNvSpPr txBox="1"/>
          <p:nvPr/>
        </p:nvSpPr>
        <p:spPr>
          <a:xfrm>
            <a:off x="21419586" y="6800964"/>
            <a:ext cx="7976468" cy="1077218"/>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b="1" dirty="0">
                <a:solidFill>
                  <a:schemeClr val="accent5">
                    <a:lumMod val="50000"/>
                  </a:schemeClr>
                </a:solidFill>
                <a:latin typeface="Times New Roman" panose="02020603050405020304" pitchFamily="18" charset="0"/>
                <a:cs typeface="Times New Roman" panose="02020603050405020304" pitchFamily="18" charset="0"/>
              </a:rPr>
              <a:t>Table 2: </a:t>
            </a:r>
            <a:r>
              <a:rPr lang="en-US" sz="3200" b="1" dirty="0">
                <a:solidFill>
                  <a:schemeClr val="accent5">
                    <a:lumMod val="50000"/>
                  </a:schemeClr>
                </a:solidFill>
                <a:latin typeface="Times New Roman" panose="02020603050405020304" pitchFamily="18" charset="0"/>
                <a:cs typeface="Times New Roman" panose="02020603050405020304" pitchFamily="18" charset="0"/>
              </a:rPr>
              <a:t>Crosstabulation of Gender vs Updating Password</a:t>
            </a:r>
            <a:endParaRPr kumimoji="0" lang="en-US" altLang="en-US" sz="3200" b="1"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CF6E9C9A-2100-490F-ADD8-250B7DB76785}"/>
              </a:ext>
            </a:extLst>
          </p:cNvPr>
          <p:cNvSpPr txBox="1"/>
          <p:nvPr/>
        </p:nvSpPr>
        <p:spPr>
          <a:xfrm>
            <a:off x="21469701" y="12821162"/>
            <a:ext cx="7926353" cy="7294305"/>
          </a:xfrm>
          <a:prstGeom prst="rect">
            <a:avLst/>
          </a:prstGeom>
          <a:noFill/>
        </p:spPr>
        <p:txBody>
          <a:bodyPr wrap="square" rtlCol="0">
            <a:spAutoFit/>
          </a:bodyPr>
          <a:lstStyle/>
          <a:p>
            <a:pPr algn="just"/>
            <a:r>
              <a:rPr lang="en-US" sz="3600" dirty="0">
                <a:latin typeface="Times New Roman" panose="02020603050405020304" pitchFamily="18" charset="0"/>
                <a:cs typeface="Times New Roman" panose="02020603050405020304" pitchFamily="18" charset="0"/>
              </a:rPr>
              <a:t>Males update passwords more often on a monthly basis (12.8% vs 1.5%) and every few months (20.3% vs 13.5%), but they also have the highest number who never update passwords at all (22.6% vs 8.3%). Females are more balanced in their habits with far fewer never updating (8.3%). This shows that males have mixed behaviors - some update regularly while many don't update at all - so they need better education about password security, though both genders need improvement overall.</a:t>
            </a:r>
          </a:p>
        </p:txBody>
      </p:sp>
      <p:pic>
        <p:nvPicPr>
          <p:cNvPr id="1032" name="Picture 8" descr="Forms response chart. Question title: Would you be interested in learning more about cloud security and safe practices?. Number of responses: 133 responses.">
            <a:extLst>
              <a:ext uri="{FF2B5EF4-FFF2-40B4-BE49-F238E27FC236}">
                <a16:creationId xmlns:a16="http://schemas.microsoft.com/office/drawing/2014/main" id="{354B652F-3992-4F28-A08D-94394BA1B88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6512" t="21775" r="21690"/>
          <a:stretch/>
        </p:blipFill>
        <p:spPr bwMode="auto">
          <a:xfrm>
            <a:off x="21759547" y="20676214"/>
            <a:ext cx="7519729" cy="4005115"/>
          </a:xfrm>
          <a:prstGeom prst="rect">
            <a:avLst/>
          </a:prstGeom>
          <a:noFill/>
          <a:extLst>
            <a:ext uri="{909E8E84-426E-40DD-AFC4-6F175D3DCCD1}">
              <a14:hiddenFill xmlns:a14="http://schemas.microsoft.com/office/drawing/2010/main">
                <a:solidFill>
                  <a:srgbClr val="FFFFFF"/>
                </a:solidFill>
              </a14:hiddenFill>
            </a:ext>
          </a:extLst>
        </p:spPr>
      </p:pic>
      <p:sp>
        <p:nvSpPr>
          <p:cNvPr id="77" name="TextBox 76">
            <a:extLst>
              <a:ext uri="{FF2B5EF4-FFF2-40B4-BE49-F238E27FC236}">
                <a16:creationId xmlns:a16="http://schemas.microsoft.com/office/drawing/2014/main" id="{E671ACE6-C478-4EEB-A187-59A821D0A2BB}"/>
              </a:ext>
            </a:extLst>
          </p:cNvPr>
          <p:cNvSpPr txBox="1"/>
          <p:nvPr/>
        </p:nvSpPr>
        <p:spPr>
          <a:xfrm>
            <a:off x="21469701" y="25246539"/>
            <a:ext cx="8094536" cy="1015663"/>
          </a:xfrm>
          <a:prstGeom prst="rect">
            <a:avLst/>
          </a:prstGeom>
          <a:noFill/>
        </p:spPr>
        <p:txBody>
          <a:bodyPr wrap="square" rtlCol="0">
            <a:spAutoFit/>
          </a:bodyPr>
          <a:lstStyle/>
          <a:p>
            <a:pPr marR="0" lvl="0" algn="ctr" defTabSz="914400" rtl="0" eaLnBrk="0" fontAlgn="base" latinLnBrk="0" hangingPunct="0">
              <a:lnSpc>
                <a:spcPct val="100000"/>
              </a:lnSpc>
              <a:spcBef>
                <a:spcPct val="0"/>
              </a:spcBef>
              <a:spcAft>
                <a:spcPct val="0"/>
              </a:spcAft>
              <a:buClrTx/>
              <a:buSzTx/>
              <a:tabLst/>
            </a:pPr>
            <a:r>
              <a:rPr kumimoji="0" lang="en-US" altLang="en-US" sz="3000" b="1"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Fig. 3: Pie Chart of </a:t>
            </a:r>
            <a:r>
              <a:rPr lang="en-US" altLang="en-US" sz="3000" b="1" dirty="0">
                <a:solidFill>
                  <a:schemeClr val="accent5">
                    <a:lumMod val="50000"/>
                  </a:schemeClr>
                </a:solidFill>
                <a:latin typeface="Times New Roman" panose="02020603050405020304" pitchFamily="18" charset="0"/>
                <a:cs typeface="Times New Roman" panose="02020603050405020304" pitchFamily="18" charset="0"/>
              </a:rPr>
              <a:t>responders interest in learning more</a:t>
            </a:r>
            <a:r>
              <a:rPr kumimoji="0" lang="en-US" altLang="en-US" sz="3000" b="1"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325132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10" ma:contentTypeDescription="Create a new document." ma:contentTypeScope="" ma:versionID="d51db60199abdcd5c42f220dde74dadb">
  <xsd:schema xmlns:xsd="http://www.w3.org/2001/XMLSchema" xmlns:xs="http://www.w3.org/2001/XMLSchema" xmlns:p="http://schemas.microsoft.com/office/2006/metadata/properties" xmlns:ns2="9c9eb58d-2f4c-499b-ab9c-47c1d5de8bf8" xmlns:ns3="9f673192-3ebd-46cf-81e4-b0fc52a2734b" targetNamespace="http://schemas.microsoft.com/office/2006/metadata/properties" ma:root="true" ma:fieldsID="7dde169966f8a0e36f1032506308b334" ns2:_="" ns3:_="">
    <xsd:import namespace="9c9eb58d-2f4c-499b-ab9c-47c1d5de8bf8"/>
    <xsd:import namespace="9f673192-3ebd-46cf-81e4-b0fc52a2734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9eb58d-2f4c-499b-ab9c-47c1d5de8b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c387e96-56ce-4293-9bf0-c5d3fd96f7a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f673192-3ebd-46cf-81e4-b0fc52a2734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b365077-dcce-471f-a180-e983ad952242}" ma:internalName="TaxCatchAll" ma:showField="CatchAllData" ma:web="9f673192-3ebd-46cf-81e4-b0fc52a2734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c9eb58d-2f4c-499b-ab9c-47c1d5de8bf8">
      <Terms xmlns="http://schemas.microsoft.com/office/infopath/2007/PartnerControls"/>
    </lcf76f155ced4ddcb4097134ff3c332f>
    <TaxCatchAll xmlns="9f673192-3ebd-46cf-81e4-b0fc52a2734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8AE873-4EFA-485D-A21F-2B3617C459E4}">
  <ds:schemaRefs>
    <ds:schemaRef ds:uri="9c9eb58d-2f4c-499b-ab9c-47c1d5de8bf8"/>
    <ds:schemaRef ds:uri="9f673192-3ebd-46cf-81e4-b0fc52a2734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59AB7EB-23A3-459A-93A5-0FDEFE038A62}">
  <ds:schemaRefs>
    <ds:schemaRef ds:uri="9c9eb58d-2f4c-499b-ab9c-47c1d5de8bf8"/>
    <ds:schemaRef ds:uri="9f673192-3ebd-46cf-81e4-b0fc52a2734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3A80CBF-C04A-467B-8EEC-0FC8A07CFA0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343</TotalTime>
  <Words>946</Words>
  <Application>Microsoft Office PowerPoint</Application>
  <PresentationFormat>Custom</PresentationFormat>
  <Paragraphs>83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    A Study on User Awareness and Data Protection Practices in Cloud Storage Services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Poster  Author1, Author2, …, and AuthorN Affiliation1, Affiliation1, …, and AffiliationN Email: email1, email2, …, and emailN</dc:title>
  <dc:creator>Md.Morshedul Haque</dc:creator>
  <cp:lastModifiedBy>MD. SUNZIM SAHARIAR SHIFAT</cp:lastModifiedBy>
  <cp:revision>22</cp:revision>
  <dcterms:created xsi:type="dcterms:W3CDTF">2024-02-11T07:56:41Z</dcterms:created>
  <dcterms:modified xsi:type="dcterms:W3CDTF">2026-03-15T12:29:20Z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y fmtid="{D5CDD505-2E9C-101B-9397-08002B2CF9AE}" pid="3" name="MediaServiceImageTags">
    <vt:lpwstr/>
  </property>
</Properties>
</file>